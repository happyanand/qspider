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1"/>
  </p:notesMasterIdLst>
  <p:sldIdLst>
    <p:sldId id="289" r:id="rId3"/>
    <p:sldId id="259" r:id="rId4"/>
    <p:sldId id="291" r:id="rId5"/>
    <p:sldId id="290" r:id="rId6"/>
    <p:sldId id="260" r:id="rId7"/>
    <p:sldId id="263" r:id="rId8"/>
    <p:sldId id="261"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1" r:id="rId26"/>
    <p:sldId id="282" r:id="rId27"/>
    <p:sldId id="284" r:id="rId28"/>
    <p:sldId id="285" r:id="rId29"/>
    <p:sldId id="262"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5" autoAdjust="0"/>
    <p:restoredTop sz="51907" autoAdjust="0"/>
  </p:normalViewPr>
  <p:slideViewPr>
    <p:cSldViewPr>
      <p:cViewPr varScale="1">
        <p:scale>
          <a:sx n="87" d="100"/>
          <a:sy n="87" d="100"/>
        </p:scale>
        <p:origin x="1334" y="8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image" Target="../media/image5.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8D7D52A-AFB3-4E35-8163-197C2C1585BA}" type="doc">
      <dgm:prSet loTypeId="urn:microsoft.com/office/officeart/2018/2/layout/IconVerticalSolid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B5BE6D27-4520-4AD9-A28D-4FB9E6FC6AE9}">
      <dgm:prSet/>
      <dgm:spPr/>
      <dgm:t>
        <a:bodyPr/>
        <a:lstStyle/>
        <a:p>
          <a:pPr>
            <a:lnSpc>
              <a:spcPct val="100000"/>
            </a:lnSpc>
          </a:pPr>
          <a:r>
            <a:rPr lang="en-IN" b="1" dirty="0">
              <a:solidFill>
                <a:schemeClr val="tx1"/>
              </a:solidFill>
            </a:rPr>
            <a:t>User Module</a:t>
          </a:r>
          <a:endParaRPr lang="en-US" dirty="0">
            <a:solidFill>
              <a:schemeClr val="tx1"/>
            </a:solidFill>
          </a:endParaRPr>
        </a:p>
      </dgm:t>
    </dgm:pt>
    <dgm:pt modelId="{0C4360B6-B21B-4DB6-BEFD-D5ACFEB6C7E5}" type="parTrans" cxnId="{EB491737-209B-447A-AC3F-52EB6FA597EB}">
      <dgm:prSet/>
      <dgm:spPr/>
      <dgm:t>
        <a:bodyPr/>
        <a:lstStyle/>
        <a:p>
          <a:endParaRPr lang="en-US"/>
        </a:p>
      </dgm:t>
    </dgm:pt>
    <dgm:pt modelId="{B38C4927-EA88-43B0-9EE6-4B25A7A7F56B}" type="sibTrans" cxnId="{EB491737-209B-447A-AC3F-52EB6FA597EB}">
      <dgm:prSet/>
      <dgm:spPr/>
      <dgm:t>
        <a:bodyPr/>
        <a:lstStyle/>
        <a:p>
          <a:endParaRPr lang="en-US"/>
        </a:p>
      </dgm:t>
    </dgm:pt>
    <dgm:pt modelId="{FF98DCC8-B77E-4F7E-9DFB-EF85EFF5DD21}">
      <dgm:prSet/>
      <dgm:spPr/>
      <dgm:t>
        <a:bodyPr/>
        <a:lstStyle/>
        <a:p>
          <a:pPr>
            <a:lnSpc>
              <a:spcPct val="100000"/>
            </a:lnSpc>
          </a:pPr>
          <a:endParaRPr lang="en-US" dirty="0">
            <a:solidFill>
              <a:schemeClr val="tx1"/>
            </a:solidFill>
          </a:endParaRPr>
        </a:p>
      </dgm:t>
    </dgm:pt>
    <dgm:pt modelId="{785070CF-6C14-478E-8ED9-86C6A3F79305}" type="parTrans" cxnId="{90E70A60-A7D4-46C3-80D0-E8580F5B6E33}">
      <dgm:prSet/>
      <dgm:spPr/>
      <dgm:t>
        <a:bodyPr/>
        <a:lstStyle/>
        <a:p>
          <a:endParaRPr lang="en-US"/>
        </a:p>
      </dgm:t>
    </dgm:pt>
    <dgm:pt modelId="{A1B21D92-01C9-44AA-9751-085CA98828E4}" type="sibTrans" cxnId="{90E70A60-A7D4-46C3-80D0-E8580F5B6E33}">
      <dgm:prSet/>
      <dgm:spPr/>
      <dgm:t>
        <a:bodyPr/>
        <a:lstStyle/>
        <a:p>
          <a:endParaRPr lang="en-US"/>
        </a:p>
      </dgm:t>
    </dgm:pt>
    <dgm:pt modelId="{FE4C8B28-0C2F-4DFF-8E62-63D15BBE33A8}">
      <dgm:prSet/>
      <dgm:spPr/>
      <dgm:t>
        <a:bodyPr/>
        <a:lstStyle/>
        <a:p>
          <a:pPr>
            <a:lnSpc>
              <a:spcPct val="100000"/>
            </a:lnSpc>
          </a:pPr>
          <a:r>
            <a:rPr lang="en-IN" b="1" dirty="0">
              <a:solidFill>
                <a:schemeClr val="tx1"/>
              </a:solidFill>
            </a:rPr>
            <a:t>Admin Module</a:t>
          </a:r>
          <a:endParaRPr lang="en-US" dirty="0">
            <a:solidFill>
              <a:schemeClr val="tx1"/>
            </a:solidFill>
          </a:endParaRPr>
        </a:p>
      </dgm:t>
    </dgm:pt>
    <dgm:pt modelId="{92C575FC-335A-4E1C-8246-C437D1F7E4D9}" type="parTrans" cxnId="{1E56FADB-CD66-40D2-B3FC-8297EB9BC881}">
      <dgm:prSet/>
      <dgm:spPr/>
      <dgm:t>
        <a:bodyPr/>
        <a:lstStyle/>
        <a:p>
          <a:endParaRPr lang="en-US"/>
        </a:p>
      </dgm:t>
    </dgm:pt>
    <dgm:pt modelId="{0BBF6A37-EA10-447F-A83A-C0123010F941}" type="sibTrans" cxnId="{1E56FADB-CD66-40D2-B3FC-8297EB9BC881}">
      <dgm:prSet/>
      <dgm:spPr/>
      <dgm:t>
        <a:bodyPr/>
        <a:lstStyle/>
        <a:p>
          <a:endParaRPr lang="en-US"/>
        </a:p>
      </dgm:t>
    </dgm:pt>
    <dgm:pt modelId="{74C4C011-7C2C-4A84-B34D-85C81CCBA9A7}">
      <dgm:prSet/>
      <dgm:spPr/>
      <dgm:t>
        <a:bodyPr/>
        <a:lstStyle/>
        <a:p>
          <a:pPr>
            <a:lnSpc>
              <a:spcPct val="100000"/>
            </a:lnSpc>
          </a:pPr>
          <a:endParaRPr lang="en-US" dirty="0">
            <a:solidFill>
              <a:schemeClr val="tx1"/>
            </a:solidFill>
          </a:endParaRPr>
        </a:p>
      </dgm:t>
    </dgm:pt>
    <dgm:pt modelId="{A69DDCCC-4DC1-4F61-8CEA-982AA562661A}" type="parTrans" cxnId="{A01D9D07-BE28-491E-A59F-8C20A8F2BA5F}">
      <dgm:prSet/>
      <dgm:spPr/>
      <dgm:t>
        <a:bodyPr/>
        <a:lstStyle/>
        <a:p>
          <a:endParaRPr lang="en-US"/>
        </a:p>
      </dgm:t>
    </dgm:pt>
    <dgm:pt modelId="{FBF53AF1-6E18-4C5A-A8BD-B8F9297633F6}" type="sibTrans" cxnId="{A01D9D07-BE28-491E-A59F-8C20A8F2BA5F}">
      <dgm:prSet/>
      <dgm:spPr/>
      <dgm:t>
        <a:bodyPr/>
        <a:lstStyle/>
        <a:p>
          <a:endParaRPr lang="en-US"/>
        </a:p>
      </dgm:t>
    </dgm:pt>
    <dgm:pt modelId="{98488AFB-F340-4987-847F-D80CF80DE84B}" type="pres">
      <dgm:prSet presAssocID="{F8D7D52A-AFB3-4E35-8163-197C2C1585BA}" presName="root" presStyleCnt="0">
        <dgm:presLayoutVars>
          <dgm:dir/>
          <dgm:resizeHandles val="exact"/>
        </dgm:presLayoutVars>
      </dgm:prSet>
      <dgm:spPr/>
    </dgm:pt>
    <dgm:pt modelId="{799244DF-4637-4BF1-9DA5-632969917036}" type="pres">
      <dgm:prSet presAssocID="{B5BE6D27-4520-4AD9-A28D-4FB9E6FC6AE9}" presName="compNode" presStyleCnt="0"/>
      <dgm:spPr/>
    </dgm:pt>
    <dgm:pt modelId="{6D8FEEFC-AC99-411F-AC5B-2C7ED674F38A}" type="pres">
      <dgm:prSet presAssocID="{B5BE6D27-4520-4AD9-A28D-4FB9E6FC6AE9}" presName="bgRect" presStyleLbl="bgShp" presStyleIdx="0" presStyleCnt="2" custLinFactNeighborX="-1680" custLinFactNeighborY="-14690"/>
      <dgm:spPr/>
    </dgm:pt>
    <dgm:pt modelId="{6CB7C631-9D4A-4A68-A607-94D8E0E519A3}" type="pres">
      <dgm:prSet presAssocID="{B5BE6D27-4520-4AD9-A28D-4FB9E6FC6AE9}" presName="iconRect" presStyleLbl="node1" presStyleIdx="0" presStyleCnt="2"/>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yncing Cloud"/>
        </a:ext>
      </dgm:extLst>
    </dgm:pt>
    <dgm:pt modelId="{540964F7-2F4B-4AD1-9864-87C60392F59A}" type="pres">
      <dgm:prSet presAssocID="{B5BE6D27-4520-4AD9-A28D-4FB9E6FC6AE9}" presName="spaceRect" presStyleCnt="0"/>
      <dgm:spPr/>
    </dgm:pt>
    <dgm:pt modelId="{72C01F96-699E-4867-8650-64C2FD8CE411}" type="pres">
      <dgm:prSet presAssocID="{B5BE6D27-4520-4AD9-A28D-4FB9E6FC6AE9}" presName="parTx" presStyleLbl="revTx" presStyleIdx="0" presStyleCnt="4">
        <dgm:presLayoutVars>
          <dgm:chMax val="0"/>
          <dgm:chPref val="0"/>
        </dgm:presLayoutVars>
      </dgm:prSet>
      <dgm:spPr/>
    </dgm:pt>
    <dgm:pt modelId="{29C8E4FE-B015-4741-B4BA-94F1A553B431}" type="pres">
      <dgm:prSet presAssocID="{B5BE6D27-4520-4AD9-A28D-4FB9E6FC6AE9}" presName="desTx" presStyleLbl="revTx" presStyleIdx="1" presStyleCnt="4">
        <dgm:presLayoutVars/>
      </dgm:prSet>
      <dgm:spPr/>
    </dgm:pt>
    <dgm:pt modelId="{2EDC8EC8-C0A2-4BCD-A299-EB9705FD9413}" type="pres">
      <dgm:prSet presAssocID="{B38C4927-EA88-43B0-9EE6-4B25A7A7F56B}" presName="sibTrans" presStyleCnt="0"/>
      <dgm:spPr/>
    </dgm:pt>
    <dgm:pt modelId="{E32BD691-7D35-44AB-A175-C1B197F14B5C}" type="pres">
      <dgm:prSet presAssocID="{FE4C8B28-0C2F-4DFF-8E62-63D15BBE33A8}" presName="compNode" presStyleCnt="0"/>
      <dgm:spPr/>
    </dgm:pt>
    <dgm:pt modelId="{705949C9-9C3C-4E2D-8C35-349006A761D7}" type="pres">
      <dgm:prSet presAssocID="{FE4C8B28-0C2F-4DFF-8E62-63D15BBE33A8}" presName="bgRect" presStyleLbl="bgShp" presStyleIdx="1" presStyleCnt="2"/>
      <dgm:spPr/>
    </dgm:pt>
    <dgm:pt modelId="{DDFD6494-FFEE-425F-B87B-D0A783D56F70}" type="pres">
      <dgm:prSet presAssocID="{FE4C8B28-0C2F-4DFF-8E62-63D15BBE33A8}" presName="iconRect" presStyleLbl="node1" presStyleIdx="1" presStyleCnt="2"/>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efresh"/>
        </a:ext>
      </dgm:extLst>
    </dgm:pt>
    <dgm:pt modelId="{AFA6E24E-F0AE-4268-B850-808617246608}" type="pres">
      <dgm:prSet presAssocID="{FE4C8B28-0C2F-4DFF-8E62-63D15BBE33A8}" presName="spaceRect" presStyleCnt="0"/>
      <dgm:spPr/>
    </dgm:pt>
    <dgm:pt modelId="{1F583D77-073B-4325-860D-538113013A5E}" type="pres">
      <dgm:prSet presAssocID="{FE4C8B28-0C2F-4DFF-8E62-63D15BBE33A8}" presName="parTx" presStyleLbl="revTx" presStyleIdx="2" presStyleCnt="4">
        <dgm:presLayoutVars>
          <dgm:chMax val="0"/>
          <dgm:chPref val="0"/>
        </dgm:presLayoutVars>
      </dgm:prSet>
      <dgm:spPr/>
    </dgm:pt>
    <dgm:pt modelId="{41D50AB2-C62A-4FC2-942E-435BD0BB21B8}" type="pres">
      <dgm:prSet presAssocID="{FE4C8B28-0C2F-4DFF-8E62-63D15BBE33A8}" presName="desTx" presStyleLbl="revTx" presStyleIdx="3" presStyleCnt="4">
        <dgm:presLayoutVars/>
      </dgm:prSet>
      <dgm:spPr/>
    </dgm:pt>
  </dgm:ptLst>
  <dgm:cxnLst>
    <dgm:cxn modelId="{A01D9D07-BE28-491E-A59F-8C20A8F2BA5F}" srcId="{FE4C8B28-0C2F-4DFF-8E62-63D15BBE33A8}" destId="{74C4C011-7C2C-4A84-B34D-85C81CCBA9A7}" srcOrd="0" destOrd="0" parTransId="{A69DDCCC-4DC1-4F61-8CEA-982AA562661A}" sibTransId="{FBF53AF1-6E18-4C5A-A8BD-B8F9297633F6}"/>
    <dgm:cxn modelId="{7488F833-0562-40D8-B6D5-78BBE296BC5D}" type="presOf" srcId="{FE4C8B28-0C2F-4DFF-8E62-63D15BBE33A8}" destId="{1F583D77-073B-4325-860D-538113013A5E}" srcOrd="0" destOrd="0" presId="urn:microsoft.com/office/officeart/2018/2/layout/IconVerticalSolidList"/>
    <dgm:cxn modelId="{EB491737-209B-447A-AC3F-52EB6FA597EB}" srcId="{F8D7D52A-AFB3-4E35-8163-197C2C1585BA}" destId="{B5BE6D27-4520-4AD9-A28D-4FB9E6FC6AE9}" srcOrd="0" destOrd="0" parTransId="{0C4360B6-B21B-4DB6-BEFD-D5ACFEB6C7E5}" sibTransId="{B38C4927-EA88-43B0-9EE6-4B25A7A7F56B}"/>
    <dgm:cxn modelId="{F742043B-D678-493F-9496-2DBD13F68CFA}" type="presOf" srcId="{74C4C011-7C2C-4A84-B34D-85C81CCBA9A7}" destId="{41D50AB2-C62A-4FC2-942E-435BD0BB21B8}" srcOrd="0" destOrd="0" presId="urn:microsoft.com/office/officeart/2018/2/layout/IconVerticalSolidList"/>
    <dgm:cxn modelId="{94947F3E-5113-4F11-91EC-F0100FF34B00}" type="presOf" srcId="{F8D7D52A-AFB3-4E35-8163-197C2C1585BA}" destId="{98488AFB-F340-4987-847F-D80CF80DE84B}" srcOrd="0" destOrd="0" presId="urn:microsoft.com/office/officeart/2018/2/layout/IconVerticalSolidList"/>
    <dgm:cxn modelId="{90E70A60-A7D4-46C3-80D0-E8580F5B6E33}" srcId="{B5BE6D27-4520-4AD9-A28D-4FB9E6FC6AE9}" destId="{FF98DCC8-B77E-4F7E-9DFB-EF85EFF5DD21}" srcOrd="0" destOrd="0" parTransId="{785070CF-6C14-478E-8ED9-86C6A3F79305}" sibTransId="{A1B21D92-01C9-44AA-9751-085CA98828E4}"/>
    <dgm:cxn modelId="{290DAB96-5B38-4855-BBBD-FA87751224B1}" type="presOf" srcId="{FF98DCC8-B77E-4F7E-9DFB-EF85EFF5DD21}" destId="{29C8E4FE-B015-4741-B4BA-94F1A553B431}" srcOrd="0" destOrd="0" presId="urn:microsoft.com/office/officeart/2018/2/layout/IconVerticalSolidList"/>
    <dgm:cxn modelId="{9DAD3AD0-BF78-48B2-A400-567C1E8031A1}" type="presOf" srcId="{B5BE6D27-4520-4AD9-A28D-4FB9E6FC6AE9}" destId="{72C01F96-699E-4867-8650-64C2FD8CE411}" srcOrd="0" destOrd="0" presId="urn:microsoft.com/office/officeart/2018/2/layout/IconVerticalSolidList"/>
    <dgm:cxn modelId="{1E56FADB-CD66-40D2-B3FC-8297EB9BC881}" srcId="{F8D7D52A-AFB3-4E35-8163-197C2C1585BA}" destId="{FE4C8B28-0C2F-4DFF-8E62-63D15BBE33A8}" srcOrd="1" destOrd="0" parTransId="{92C575FC-335A-4E1C-8246-C437D1F7E4D9}" sibTransId="{0BBF6A37-EA10-447F-A83A-C0123010F941}"/>
    <dgm:cxn modelId="{4BBA3CFA-BEE0-4E70-8D8A-FE00FDB430BE}" type="presParOf" srcId="{98488AFB-F340-4987-847F-D80CF80DE84B}" destId="{799244DF-4637-4BF1-9DA5-632969917036}" srcOrd="0" destOrd="0" presId="urn:microsoft.com/office/officeart/2018/2/layout/IconVerticalSolidList"/>
    <dgm:cxn modelId="{246894BE-5D9E-4FF7-8F22-12499F44D287}" type="presParOf" srcId="{799244DF-4637-4BF1-9DA5-632969917036}" destId="{6D8FEEFC-AC99-411F-AC5B-2C7ED674F38A}" srcOrd="0" destOrd="0" presId="urn:microsoft.com/office/officeart/2018/2/layout/IconVerticalSolidList"/>
    <dgm:cxn modelId="{4E4B1367-F2CE-4E9F-8050-166E19448BF1}" type="presParOf" srcId="{799244DF-4637-4BF1-9DA5-632969917036}" destId="{6CB7C631-9D4A-4A68-A607-94D8E0E519A3}" srcOrd="1" destOrd="0" presId="urn:microsoft.com/office/officeart/2018/2/layout/IconVerticalSolidList"/>
    <dgm:cxn modelId="{36DC16BD-8473-4F77-BF71-7E9F1AC307CB}" type="presParOf" srcId="{799244DF-4637-4BF1-9DA5-632969917036}" destId="{540964F7-2F4B-4AD1-9864-87C60392F59A}" srcOrd="2" destOrd="0" presId="urn:microsoft.com/office/officeart/2018/2/layout/IconVerticalSolidList"/>
    <dgm:cxn modelId="{18E9A806-841C-4AE5-B0E1-DD6DD919C44D}" type="presParOf" srcId="{799244DF-4637-4BF1-9DA5-632969917036}" destId="{72C01F96-699E-4867-8650-64C2FD8CE411}" srcOrd="3" destOrd="0" presId="urn:microsoft.com/office/officeart/2018/2/layout/IconVerticalSolidList"/>
    <dgm:cxn modelId="{4B22CCEE-C9A6-489D-9B91-BB3D4B1CB2F9}" type="presParOf" srcId="{799244DF-4637-4BF1-9DA5-632969917036}" destId="{29C8E4FE-B015-4741-B4BA-94F1A553B431}" srcOrd="4" destOrd="0" presId="urn:microsoft.com/office/officeart/2018/2/layout/IconVerticalSolidList"/>
    <dgm:cxn modelId="{1F4A9BFC-EFD2-47E6-A526-BBA7F74D3212}" type="presParOf" srcId="{98488AFB-F340-4987-847F-D80CF80DE84B}" destId="{2EDC8EC8-C0A2-4BCD-A299-EB9705FD9413}" srcOrd="1" destOrd="0" presId="urn:microsoft.com/office/officeart/2018/2/layout/IconVerticalSolidList"/>
    <dgm:cxn modelId="{F15067AC-5A58-4FD3-AF00-A46ECAFCDB24}" type="presParOf" srcId="{98488AFB-F340-4987-847F-D80CF80DE84B}" destId="{E32BD691-7D35-44AB-A175-C1B197F14B5C}" srcOrd="2" destOrd="0" presId="urn:microsoft.com/office/officeart/2018/2/layout/IconVerticalSolidList"/>
    <dgm:cxn modelId="{2BAA613C-ED66-42AC-A67D-BC79EFDFD540}" type="presParOf" srcId="{E32BD691-7D35-44AB-A175-C1B197F14B5C}" destId="{705949C9-9C3C-4E2D-8C35-349006A761D7}" srcOrd="0" destOrd="0" presId="urn:microsoft.com/office/officeart/2018/2/layout/IconVerticalSolidList"/>
    <dgm:cxn modelId="{19608D0B-DCDE-42BB-981E-48C5F34843A7}" type="presParOf" srcId="{E32BD691-7D35-44AB-A175-C1B197F14B5C}" destId="{DDFD6494-FFEE-425F-B87B-D0A783D56F70}" srcOrd="1" destOrd="0" presId="urn:microsoft.com/office/officeart/2018/2/layout/IconVerticalSolidList"/>
    <dgm:cxn modelId="{9ED22011-15EA-4754-82C6-4783E2DB88E9}" type="presParOf" srcId="{E32BD691-7D35-44AB-A175-C1B197F14B5C}" destId="{AFA6E24E-F0AE-4268-B850-808617246608}" srcOrd="2" destOrd="0" presId="urn:microsoft.com/office/officeart/2018/2/layout/IconVerticalSolidList"/>
    <dgm:cxn modelId="{3F00AE79-F74C-4622-98BD-1FE58EE9316D}" type="presParOf" srcId="{E32BD691-7D35-44AB-A175-C1B197F14B5C}" destId="{1F583D77-073B-4325-860D-538113013A5E}" srcOrd="3" destOrd="0" presId="urn:microsoft.com/office/officeart/2018/2/layout/IconVerticalSolidList"/>
    <dgm:cxn modelId="{4A2B33C4-8147-4336-B7B6-82931C8073EB}" type="presParOf" srcId="{E32BD691-7D35-44AB-A175-C1B197F14B5C}" destId="{41D50AB2-C62A-4FC2-942E-435BD0BB21B8}"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8FEEFC-AC99-411F-AC5B-2C7ED674F38A}">
      <dsp:nvSpPr>
        <dsp:cNvPr id="0" name=""/>
        <dsp:cNvSpPr/>
      </dsp:nvSpPr>
      <dsp:spPr>
        <a:xfrm>
          <a:off x="0" y="492000"/>
          <a:ext cx="5370763" cy="12463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B7C631-9D4A-4A68-A607-94D8E0E519A3}">
      <dsp:nvSpPr>
        <dsp:cNvPr id="0" name=""/>
        <dsp:cNvSpPr/>
      </dsp:nvSpPr>
      <dsp:spPr>
        <a:xfrm>
          <a:off x="377008" y="955503"/>
          <a:ext cx="685469" cy="685469"/>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2C01F96-699E-4867-8650-64C2FD8CE411}">
      <dsp:nvSpPr>
        <dsp:cNvPr id="0" name=""/>
        <dsp:cNvSpPr/>
      </dsp:nvSpPr>
      <dsp:spPr>
        <a:xfrm>
          <a:off x="1439486" y="675083"/>
          <a:ext cx="2416843" cy="1246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901" tIns="131901" rIns="131901" bIns="131901" numCol="1" spcCol="1270" anchor="ctr" anchorCtr="0">
          <a:noAutofit/>
        </a:bodyPr>
        <a:lstStyle/>
        <a:p>
          <a:pPr marL="0" lvl="0" indent="0" algn="l" defTabSz="1111250">
            <a:lnSpc>
              <a:spcPct val="100000"/>
            </a:lnSpc>
            <a:spcBef>
              <a:spcPct val="0"/>
            </a:spcBef>
            <a:spcAft>
              <a:spcPct val="35000"/>
            </a:spcAft>
            <a:buNone/>
          </a:pPr>
          <a:r>
            <a:rPr lang="en-IN" sz="2500" b="1" kern="1200" dirty="0">
              <a:solidFill>
                <a:schemeClr val="tx1"/>
              </a:solidFill>
            </a:rPr>
            <a:t>User Module</a:t>
          </a:r>
          <a:endParaRPr lang="en-US" sz="2500" kern="1200" dirty="0">
            <a:solidFill>
              <a:schemeClr val="tx1"/>
            </a:solidFill>
          </a:endParaRPr>
        </a:p>
      </dsp:txBody>
      <dsp:txXfrm>
        <a:off x="1439486" y="675083"/>
        <a:ext cx="2416843" cy="1246308"/>
      </dsp:txXfrm>
    </dsp:sp>
    <dsp:sp modelId="{29C8E4FE-B015-4741-B4BA-94F1A553B431}">
      <dsp:nvSpPr>
        <dsp:cNvPr id="0" name=""/>
        <dsp:cNvSpPr/>
      </dsp:nvSpPr>
      <dsp:spPr>
        <a:xfrm>
          <a:off x="3856329" y="675083"/>
          <a:ext cx="1514433" cy="1246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901" tIns="131901" rIns="131901" bIns="131901" numCol="1" spcCol="1270" anchor="ctr" anchorCtr="0">
          <a:noAutofit/>
        </a:bodyPr>
        <a:lstStyle/>
        <a:p>
          <a:pPr marL="0" lvl="0" indent="0" algn="l" defTabSz="800100">
            <a:lnSpc>
              <a:spcPct val="100000"/>
            </a:lnSpc>
            <a:spcBef>
              <a:spcPct val="0"/>
            </a:spcBef>
            <a:spcAft>
              <a:spcPct val="35000"/>
            </a:spcAft>
            <a:buNone/>
          </a:pPr>
          <a:endParaRPr lang="en-US" sz="1800" kern="1200" dirty="0">
            <a:solidFill>
              <a:schemeClr val="tx1"/>
            </a:solidFill>
          </a:endParaRPr>
        </a:p>
      </dsp:txBody>
      <dsp:txXfrm>
        <a:off x="3856329" y="675083"/>
        <a:ext cx="1514433" cy="1246308"/>
      </dsp:txXfrm>
    </dsp:sp>
    <dsp:sp modelId="{705949C9-9C3C-4E2D-8C35-349006A761D7}">
      <dsp:nvSpPr>
        <dsp:cNvPr id="0" name=""/>
        <dsp:cNvSpPr/>
      </dsp:nvSpPr>
      <dsp:spPr>
        <a:xfrm>
          <a:off x="0" y="2232969"/>
          <a:ext cx="5370763" cy="12463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FD6494-FFEE-425F-B87B-D0A783D56F70}">
      <dsp:nvSpPr>
        <dsp:cNvPr id="0" name=""/>
        <dsp:cNvSpPr/>
      </dsp:nvSpPr>
      <dsp:spPr>
        <a:xfrm>
          <a:off x="377008" y="2513388"/>
          <a:ext cx="685469" cy="685469"/>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F583D77-073B-4325-860D-538113013A5E}">
      <dsp:nvSpPr>
        <dsp:cNvPr id="0" name=""/>
        <dsp:cNvSpPr/>
      </dsp:nvSpPr>
      <dsp:spPr>
        <a:xfrm>
          <a:off x="1439486" y="2232969"/>
          <a:ext cx="2416843" cy="1246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901" tIns="131901" rIns="131901" bIns="131901" numCol="1" spcCol="1270" anchor="ctr" anchorCtr="0">
          <a:noAutofit/>
        </a:bodyPr>
        <a:lstStyle/>
        <a:p>
          <a:pPr marL="0" lvl="0" indent="0" algn="l" defTabSz="1111250">
            <a:lnSpc>
              <a:spcPct val="100000"/>
            </a:lnSpc>
            <a:spcBef>
              <a:spcPct val="0"/>
            </a:spcBef>
            <a:spcAft>
              <a:spcPct val="35000"/>
            </a:spcAft>
            <a:buNone/>
          </a:pPr>
          <a:r>
            <a:rPr lang="en-IN" sz="2500" b="1" kern="1200" dirty="0">
              <a:solidFill>
                <a:schemeClr val="tx1"/>
              </a:solidFill>
            </a:rPr>
            <a:t>Admin Module</a:t>
          </a:r>
          <a:endParaRPr lang="en-US" sz="2500" kern="1200" dirty="0">
            <a:solidFill>
              <a:schemeClr val="tx1"/>
            </a:solidFill>
          </a:endParaRPr>
        </a:p>
      </dsp:txBody>
      <dsp:txXfrm>
        <a:off x="1439486" y="2232969"/>
        <a:ext cx="2416843" cy="1246308"/>
      </dsp:txXfrm>
    </dsp:sp>
    <dsp:sp modelId="{41D50AB2-C62A-4FC2-942E-435BD0BB21B8}">
      <dsp:nvSpPr>
        <dsp:cNvPr id="0" name=""/>
        <dsp:cNvSpPr/>
      </dsp:nvSpPr>
      <dsp:spPr>
        <a:xfrm>
          <a:off x="3856329" y="2232969"/>
          <a:ext cx="1514433" cy="1246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901" tIns="131901" rIns="131901" bIns="131901" numCol="1" spcCol="1270" anchor="ctr" anchorCtr="0">
          <a:noAutofit/>
        </a:bodyPr>
        <a:lstStyle/>
        <a:p>
          <a:pPr marL="0" lvl="0" indent="0" algn="l" defTabSz="800100">
            <a:lnSpc>
              <a:spcPct val="100000"/>
            </a:lnSpc>
            <a:spcBef>
              <a:spcPct val="0"/>
            </a:spcBef>
            <a:spcAft>
              <a:spcPct val="35000"/>
            </a:spcAft>
            <a:buNone/>
          </a:pPr>
          <a:endParaRPr lang="en-US" sz="1800" kern="1200" dirty="0">
            <a:solidFill>
              <a:schemeClr val="tx1"/>
            </a:solidFill>
          </a:endParaRPr>
        </a:p>
      </dsp:txBody>
      <dsp:txXfrm>
        <a:off x="3856329" y="2232969"/>
        <a:ext cx="1514433" cy="124630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AB6643-5926-4902-A0B9-27E139BE4E73}" type="datetimeFigureOut">
              <a:rPr lang="en-IN" smtClean="0"/>
              <a:t>13-09-2020</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03FF4A-6952-4C8F-A4C1-948CFD8B359F}" type="slidenum">
              <a:rPr lang="en-IN" smtClean="0"/>
              <a:t>‹#›</a:t>
            </a:fld>
            <a:endParaRPr lang="en-IN"/>
          </a:p>
        </p:txBody>
      </p:sp>
    </p:spTree>
    <p:extLst>
      <p:ext uri="{BB962C8B-B14F-4D97-AF65-F5344CB8AC3E}">
        <p14:creationId xmlns:p14="http://schemas.microsoft.com/office/powerpoint/2010/main" val="1560681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03FF4A-6952-4C8F-A4C1-948CFD8B359F}" type="slidenum">
              <a:rPr lang="en-IN" smtClean="0"/>
              <a:t>2</a:t>
            </a:fld>
            <a:endParaRPr lang="en-IN"/>
          </a:p>
        </p:txBody>
      </p:sp>
    </p:spTree>
    <p:extLst>
      <p:ext uri="{BB962C8B-B14F-4D97-AF65-F5344CB8AC3E}">
        <p14:creationId xmlns:p14="http://schemas.microsoft.com/office/powerpoint/2010/main" val="19147990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03FF4A-6952-4C8F-A4C1-948CFD8B359F}" type="slidenum">
              <a:rPr lang="en-IN" smtClean="0"/>
              <a:t>12</a:t>
            </a:fld>
            <a:endParaRPr lang="en-IN"/>
          </a:p>
        </p:txBody>
      </p:sp>
    </p:spTree>
    <p:extLst>
      <p:ext uri="{BB962C8B-B14F-4D97-AF65-F5344CB8AC3E}">
        <p14:creationId xmlns:p14="http://schemas.microsoft.com/office/powerpoint/2010/main" val="3941428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DD7C549-31AA-4F14-9F55-28B762F11028}" type="datetimeFigureOut">
              <a:rPr lang="en-US" smtClean="0"/>
              <a:pPr/>
              <a:t>9/13/2020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C18DA6-F96A-4CA7-8860-B72830E4A07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D7C549-31AA-4F14-9F55-28B762F11028}" type="datetimeFigureOut">
              <a:rPr lang="en-US" smtClean="0"/>
              <a:pPr/>
              <a:t>9/13/2020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C18DA6-F96A-4CA7-8860-B72830E4A07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D7C549-31AA-4F14-9F55-28B762F11028}" type="datetimeFigureOut">
              <a:rPr lang="en-US" smtClean="0"/>
              <a:pPr/>
              <a:t>9/13/2020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C18DA6-F96A-4CA7-8860-B72830E4A07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DD7C549-31AA-4F14-9F55-28B762F11028}" type="datetimeFigureOut">
              <a:rPr lang="en-US" smtClean="0"/>
              <a:pPr/>
              <a:t>9/13/2020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C18DA6-F96A-4CA7-8860-B72830E4A07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DD7C549-31AA-4F14-9F55-28B762F11028}" type="datetimeFigureOut">
              <a:rPr lang="en-US" smtClean="0"/>
              <a:pPr/>
              <a:t>9/13/2020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C18DA6-F96A-4CA7-8860-B72830E4A07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DD7C549-31AA-4F14-9F55-28B762F11028}" type="datetimeFigureOut">
              <a:rPr lang="en-US" smtClean="0"/>
              <a:pPr/>
              <a:t>9/13/2020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C18DA6-F96A-4CA7-8860-B72830E4A07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D7C549-31AA-4F14-9F55-28B762F11028}" type="datetimeFigureOut">
              <a:rPr lang="en-US" smtClean="0"/>
              <a:pPr/>
              <a:t>9/13/2020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1C18DA6-F96A-4CA7-8860-B72830E4A07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D7C549-31AA-4F14-9F55-28B762F11028}" type="datetimeFigureOut">
              <a:rPr lang="en-US" smtClean="0"/>
              <a:pPr/>
              <a:t>9/13/2020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C18DA6-F96A-4CA7-8860-B72830E4A07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D7C549-31AA-4F14-9F55-28B762F11028}" type="datetimeFigureOut">
              <a:rPr lang="en-US" smtClean="0"/>
              <a:pPr/>
              <a:t>9/13/2020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C18DA6-F96A-4CA7-8860-B72830E4A07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D7C549-31AA-4F14-9F55-28B762F11028}" type="datetimeFigureOut">
              <a:rPr lang="en-US" smtClean="0"/>
              <a:pPr/>
              <a:t>9/13/2020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C18DA6-F96A-4CA7-8860-B72830E4A07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D7C549-31AA-4F14-9F55-28B762F11028}" type="datetimeFigureOut">
              <a:rPr lang="en-US" smtClean="0"/>
              <a:pPr/>
              <a:t>9/13/2020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C18DA6-F96A-4CA7-8860-B72830E4A07A}"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C28A5-F5D5-4D93-A53A-14B15988A4D6}"/>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179E4643-BCDE-49A0-9C27-1D2A10294E9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4760ADB-0807-4CEC-85ED-D6DC39B64358}"/>
              </a:ext>
            </a:extLst>
          </p:cNvPr>
          <p:cNvSpPr>
            <a:spLocks noGrp="1"/>
          </p:cNvSpPr>
          <p:nvPr>
            <p:ph type="dt" sz="half" idx="10"/>
          </p:nvPr>
        </p:nvSpPr>
        <p:spPr/>
        <p:txBody>
          <a:bodyPr/>
          <a:lstStyle/>
          <a:p>
            <a:fld id="{59F1E18F-2A00-44CC-8B95-A003127D9C19}" type="datetimeFigureOut">
              <a:rPr lang="en-IN" smtClean="0"/>
              <a:pPr/>
              <a:t>13-09-2020</a:t>
            </a:fld>
            <a:endParaRPr lang="en-IN"/>
          </a:p>
        </p:txBody>
      </p:sp>
      <p:sp>
        <p:nvSpPr>
          <p:cNvPr id="5" name="Footer Placeholder 4">
            <a:extLst>
              <a:ext uri="{FF2B5EF4-FFF2-40B4-BE49-F238E27FC236}">
                <a16:creationId xmlns:a16="http://schemas.microsoft.com/office/drawing/2014/main" id="{0E6FAC12-3BA4-4B80-AF8E-E0EC256851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272B00-0AD4-41D9-9933-0E937A39D9CD}"/>
              </a:ext>
            </a:extLst>
          </p:cNvPr>
          <p:cNvSpPr>
            <a:spLocks noGrp="1"/>
          </p:cNvSpPr>
          <p:nvPr>
            <p:ph type="sldNum" sz="quarter" idx="12"/>
          </p:nvPr>
        </p:nvSpPr>
        <p:spPr/>
        <p:txBody>
          <a:bodyPr/>
          <a:lstStyle/>
          <a:p>
            <a:fld id="{FA49DB0B-315E-4E1C-BB0E-9B60ED910AEC}" type="slidenum">
              <a:rPr lang="en-IN" smtClean="0"/>
              <a:pPr/>
              <a:t>‹#›</a:t>
            </a:fld>
            <a:endParaRPr lang="en-IN"/>
          </a:p>
        </p:txBody>
      </p:sp>
    </p:spTree>
    <p:extLst>
      <p:ext uri="{BB962C8B-B14F-4D97-AF65-F5344CB8AC3E}">
        <p14:creationId xmlns:p14="http://schemas.microsoft.com/office/powerpoint/2010/main" val="7139819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82F46-7214-4A68-A6FA-5085EE909D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D84A38C-E3E1-4BA6-9392-34725867C3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BCB37C-DBC5-4E5B-B91D-F7CFD15E6973}"/>
              </a:ext>
            </a:extLst>
          </p:cNvPr>
          <p:cNvSpPr>
            <a:spLocks noGrp="1"/>
          </p:cNvSpPr>
          <p:nvPr>
            <p:ph type="dt" sz="half" idx="10"/>
          </p:nvPr>
        </p:nvSpPr>
        <p:spPr/>
        <p:txBody>
          <a:bodyPr/>
          <a:lstStyle/>
          <a:p>
            <a:fld id="{59F1E18F-2A00-44CC-8B95-A003127D9C19}" type="datetimeFigureOut">
              <a:rPr lang="en-IN" smtClean="0"/>
              <a:pPr/>
              <a:t>13-09-2020</a:t>
            </a:fld>
            <a:endParaRPr lang="en-IN"/>
          </a:p>
        </p:txBody>
      </p:sp>
      <p:sp>
        <p:nvSpPr>
          <p:cNvPr id="5" name="Footer Placeholder 4">
            <a:extLst>
              <a:ext uri="{FF2B5EF4-FFF2-40B4-BE49-F238E27FC236}">
                <a16:creationId xmlns:a16="http://schemas.microsoft.com/office/drawing/2014/main" id="{80CD66EF-E133-4832-A4D4-463514012F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27C134-801A-4323-A198-8DAAA6C40499}"/>
              </a:ext>
            </a:extLst>
          </p:cNvPr>
          <p:cNvSpPr>
            <a:spLocks noGrp="1"/>
          </p:cNvSpPr>
          <p:nvPr>
            <p:ph type="sldNum" sz="quarter" idx="12"/>
          </p:nvPr>
        </p:nvSpPr>
        <p:spPr/>
        <p:txBody>
          <a:bodyPr/>
          <a:lstStyle/>
          <a:p>
            <a:fld id="{FA49DB0B-315E-4E1C-BB0E-9B60ED910AEC}" type="slidenum">
              <a:rPr lang="en-IN" smtClean="0"/>
              <a:pPr/>
              <a:t>‹#›</a:t>
            </a:fld>
            <a:endParaRPr lang="en-IN"/>
          </a:p>
        </p:txBody>
      </p:sp>
    </p:spTree>
    <p:extLst>
      <p:ext uri="{BB962C8B-B14F-4D97-AF65-F5344CB8AC3E}">
        <p14:creationId xmlns:p14="http://schemas.microsoft.com/office/powerpoint/2010/main" val="20218218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65189-51FA-4E95-8BAB-EA77EB8A9CB1}"/>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C91F547-9ECF-4BCA-B0C9-C889A3CC2F2A}"/>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8B39CC-E6ED-4FA1-B615-46E268DD6580}"/>
              </a:ext>
            </a:extLst>
          </p:cNvPr>
          <p:cNvSpPr>
            <a:spLocks noGrp="1"/>
          </p:cNvSpPr>
          <p:nvPr>
            <p:ph type="dt" sz="half" idx="10"/>
          </p:nvPr>
        </p:nvSpPr>
        <p:spPr/>
        <p:txBody>
          <a:bodyPr/>
          <a:lstStyle/>
          <a:p>
            <a:fld id="{59F1E18F-2A00-44CC-8B95-A003127D9C19}" type="datetimeFigureOut">
              <a:rPr lang="en-IN" smtClean="0"/>
              <a:pPr/>
              <a:t>13-09-2020</a:t>
            </a:fld>
            <a:endParaRPr lang="en-IN"/>
          </a:p>
        </p:txBody>
      </p:sp>
      <p:sp>
        <p:nvSpPr>
          <p:cNvPr id="5" name="Footer Placeholder 4">
            <a:extLst>
              <a:ext uri="{FF2B5EF4-FFF2-40B4-BE49-F238E27FC236}">
                <a16:creationId xmlns:a16="http://schemas.microsoft.com/office/drawing/2014/main" id="{7B2F5CFB-F599-40F2-80DD-E5B5224733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2D07E1-01F7-480E-A318-95F5C611EA8D}"/>
              </a:ext>
            </a:extLst>
          </p:cNvPr>
          <p:cNvSpPr>
            <a:spLocks noGrp="1"/>
          </p:cNvSpPr>
          <p:nvPr>
            <p:ph type="sldNum" sz="quarter" idx="12"/>
          </p:nvPr>
        </p:nvSpPr>
        <p:spPr/>
        <p:txBody>
          <a:bodyPr/>
          <a:lstStyle/>
          <a:p>
            <a:fld id="{FA49DB0B-315E-4E1C-BB0E-9B60ED910AEC}" type="slidenum">
              <a:rPr lang="en-IN" smtClean="0"/>
              <a:pPr/>
              <a:t>‹#›</a:t>
            </a:fld>
            <a:endParaRPr lang="en-IN"/>
          </a:p>
        </p:txBody>
      </p:sp>
    </p:spTree>
    <p:extLst>
      <p:ext uri="{BB962C8B-B14F-4D97-AF65-F5344CB8AC3E}">
        <p14:creationId xmlns:p14="http://schemas.microsoft.com/office/powerpoint/2010/main" val="33918839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7E7A8-22E4-4C86-9E89-36A1AA2D48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581D49-8A4C-475F-8598-DE16F3F7C280}"/>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72B9FF0-FEDB-4BED-874A-034CC6788BB6}"/>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ABE1062-7A68-4D1F-A3A2-8068AAD79262}"/>
              </a:ext>
            </a:extLst>
          </p:cNvPr>
          <p:cNvSpPr>
            <a:spLocks noGrp="1"/>
          </p:cNvSpPr>
          <p:nvPr>
            <p:ph type="dt" sz="half" idx="10"/>
          </p:nvPr>
        </p:nvSpPr>
        <p:spPr/>
        <p:txBody>
          <a:bodyPr/>
          <a:lstStyle/>
          <a:p>
            <a:fld id="{59F1E18F-2A00-44CC-8B95-A003127D9C19}" type="datetimeFigureOut">
              <a:rPr lang="en-IN" smtClean="0"/>
              <a:pPr/>
              <a:t>13-09-2020</a:t>
            </a:fld>
            <a:endParaRPr lang="en-IN"/>
          </a:p>
        </p:txBody>
      </p:sp>
      <p:sp>
        <p:nvSpPr>
          <p:cNvPr id="6" name="Footer Placeholder 5">
            <a:extLst>
              <a:ext uri="{FF2B5EF4-FFF2-40B4-BE49-F238E27FC236}">
                <a16:creationId xmlns:a16="http://schemas.microsoft.com/office/drawing/2014/main" id="{F9E177EF-418C-4280-A2D1-D512EB8F19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034665-33EE-4A99-8DCA-D74334FDD24D}"/>
              </a:ext>
            </a:extLst>
          </p:cNvPr>
          <p:cNvSpPr>
            <a:spLocks noGrp="1"/>
          </p:cNvSpPr>
          <p:nvPr>
            <p:ph type="sldNum" sz="quarter" idx="12"/>
          </p:nvPr>
        </p:nvSpPr>
        <p:spPr/>
        <p:txBody>
          <a:bodyPr/>
          <a:lstStyle/>
          <a:p>
            <a:fld id="{FA49DB0B-315E-4E1C-BB0E-9B60ED910AEC}" type="slidenum">
              <a:rPr lang="en-IN" smtClean="0"/>
              <a:pPr/>
              <a:t>‹#›</a:t>
            </a:fld>
            <a:endParaRPr lang="en-IN"/>
          </a:p>
        </p:txBody>
      </p:sp>
    </p:spTree>
    <p:extLst>
      <p:ext uri="{BB962C8B-B14F-4D97-AF65-F5344CB8AC3E}">
        <p14:creationId xmlns:p14="http://schemas.microsoft.com/office/powerpoint/2010/main" val="35943347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27659-4503-4B0A-9A22-5BF7E59ACA46}"/>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580A3B-4AD1-45D0-AD9A-7B25BF26915E}"/>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6613850-F4B7-47B3-A29B-6D40A05682DE}"/>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FD035CF-8124-425F-8268-9AA2AA216C6C}"/>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B0D1EE2-FC9C-4E76-A2B1-139E03D21D74}"/>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3292BAC-C8EF-424D-BE72-81D3181F4461}"/>
              </a:ext>
            </a:extLst>
          </p:cNvPr>
          <p:cNvSpPr>
            <a:spLocks noGrp="1"/>
          </p:cNvSpPr>
          <p:nvPr>
            <p:ph type="dt" sz="half" idx="10"/>
          </p:nvPr>
        </p:nvSpPr>
        <p:spPr/>
        <p:txBody>
          <a:bodyPr/>
          <a:lstStyle/>
          <a:p>
            <a:fld id="{59F1E18F-2A00-44CC-8B95-A003127D9C19}" type="datetimeFigureOut">
              <a:rPr lang="en-IN" smtClean="0"/>
              <a:pPr/>
              <a:t>13-09-2020</a:t>
            </a:fld>
            <a:endParaRPr lang="en-IN"/>
          </a:p>
        </p:txBody>
      </p:sp>
      <p:sp>
        <p:nvSpPr>
          <p:cNvPr id="8" name="Footer Placeholder 7">
            <a:extLst>
              <a:ext uri="{FF2B5EF4-FFF2-40B4-BE49-F238E27FC236}">
                <a16:creationId xmlns:a16="http://schemas.microsoft.com/office/drawing/2014/main" id="{10F287AB-9BC2-4814-B02F-D389CAEDAC2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AB37BB0-19FA-46EA-B4DF-1DCDAC9CC874}"/>
              </a:ext>
            </a:extLst>
          </p:cNvPr>
          <p:cNvSpPr>
            <a:spLocks noGrp="1"/>
          </p:cNvSpPr>
          <p:nvPr>
            <p:ph type="sldNum" sz="quarter" idx="12"/>
          </p:nvPr>
        </p:nvSpPr>
        <p:spPr/>
        <p:txBody>
          <a:bodyPr/>
          <a:lstStyle/>
          <a:p>
            <a:fld id="{FA49DB0B-315E-4E1C-BB0E-9B60ED910AEC}" type="slidenum">
              <a:rPr lang="en-IN" smtClean="0"/>
              <a:pPr/>
              <a:t>‹#›</a:t>
            </a:fld>
            <a:endParaRPr lang="en-IN"/>
          </a:p>
        </p:txBody>
      </p:sp>
    </p:spTree>
    <p:extLst>
      <p:ext uri="{BB962C8B-B14F-4D97-AF65-F5344CB8AC3E}">
        <p14:creationId xmlns:p14="http://schemas.microsoft.com/office/powerpoint/2010/main" val="15770648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75EB1-EEA5-49B7-9932-FA8737B009D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AC4A6FF-DE62-41A3-A4C6-F838513EA3C9}"/>
              </a:ext>
            </a:extLst>
          </p:cNvPr>
          <p:cNvSpPr>
            <a:spLocks noGrp="1"/>
          </p:cNvSpPr>
          <p:nvPr>
            <p:ph type="dt" sz="half" idx="10"/>
          </p:nvPr>
        </p:nvSpPr>
        <p:spPr/>
        <p:txBody>
          <a:bodyPr/>
          <a:lstStyle/>
          <a:p>
            <a:fld id="{59F1E18F-2A00-44CC-8B95-A003127D9C19}" type="datetimeFigureOut">
              <a:rPr lang="en-IN" smtClean="0"/>
              <a:pPr/>
              <a:t>13-09-2020</a:t>
            </a:fld>
            <a:endParaRPr lang="en-IN"/>
          </a:p>
        </p:txBody>
      </p:sp>
      <p:sp>
        <p:nvSpPr>
          <p:cNvPr id="4" name="Footer Placeholder 3">
            <a:extLst>
              <a:ext uri="{FF2B5EF4-FFF2-40B4-BE49-F238E27FC236}">
                <a16:creationId xmlns:a16="http://schemas.microsoft.com/office/drawing/2014/main" id="{78F049D3-DB1A-4E84-8AB6-9FB9BBAA0F3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74F346B-ECA6-4BDC-9892-B10189D4995C}"/>
              </a:ext>
            </a:extLst>
          </p:cNvPr>
          <p:cNvSpPr>
            <a:spLocks noGrp="1"/>
          </p:cNvSpPr>
          <p:nvPr>
            <p:ph type="sldNum" sz="quarter" idx="12"/>
          </p:nvPr>
        </p:nvSpPr>
        <p:spPr/>
        <p:txBody>
          <a:bodyPr/>
          <a:lstStyle/>
          <a:p>
            <a:fld id="{FA49DB0B-315E-4E1C-BB0E-9B60ED910AEC}" type="slidenum">
              <a:rPr lang="en-IN" smtClean="0"/>
              <a:pPr/>
              <a:t>‹#›</a:t>
            </a:fld>
            <a:endParaRPr lang="en-IN"/>
          </a:p>
        </p:txBody>
      </p:sp>
    </p:spTree>
    <p:extLst>
      <p:ext uri="{BB962C8B-B14F-4D97-AF65-F5344CB8AC3E}">
        <p14:creationId xmlns:p14="http://schemas.microsoft.com/office/powerpoint/2010/main" val="19362571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7072FA-8C7D-454D-9054-F5AD642BB8B8}"/>
              </a:ext>
            </a:extLst>
          </p:cNvPr>
          <p:cNvSpPr>
            <a:spLocks noGrp="1"/>
          </p:cNvSpPr>
          <p:nvPr>
            <p:ph type="dt" sz="half" idx="10"/>
          </p:nvPr>
        </p:nvSpPr>
        <p:spPr/>
        <p:txBody>
          <a:bodyPr/>
          <a:lstStyle/>
          <a:p>
            <a:fld id="{59F1E18F-2A00-44CC-8B95-A003127D9C19}" type="datetimeFigureOut">
              <a:rPr lang="en-IN" smtClean="0"/>
              <a:pPr/>
              <a:t>13-09-2020</a:t>
            </a:fld>
            <a:endParaRPr lang="en-IN"/>
          </a:p>
        </p:txBody>
      </p:sp>
      <p:sp>
        <p:nvSpPr>
          <p:cNvPr id="3" name="Footer Placeholder 2">
            <a:extLst>
              <a:ext uri="{FF2B5EF4-FFF2-40B4-BE49-F238E27FC236}">
                <a16:creationId xmlns:a16="http://schemas.microsoft.com/office/drawing/2014/main" id="{C34F2984-EA5F-40AD-AEBB-5AC70750D8C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909F8C2-2F68-4094-B2FB-77755E0C6485}"/>
              </a:ext>
            </a:extLst>
          </p:cNvPr>
          <p:cNvSpPr>
            <a:spLocks noGrp="1"/>
          </p:cNvSpPr>
          <p:nvPr>
            <p:ph type="sldNum" sz="quarter" idx="12"/>
          </p:nvPr>
        </p:nvSpPr>
        <p:spPr/>
        <p:txBody>
          <a:bodyPr/>
          <a:lstStyle/>
          <a:p>
            <a:fld id="{FA49DB0B-315E-4E1C-BB0E-9B60ED910AEC}" type="slidenum">
              <a:rPr lang="en-IN" smtClean="0"/>
              <a:pPr/>
              <a:t>‹#›</a:t>
            </a:fld>
            <a:endParaRPr lang="en-IN"/>
          </a:p>
        </p:txBody>
      </p:sp>
    </p:spTree>
    <p:extLst>
      <p:ext uri="{BB962C8B-B14F-4D97-AF65-F5344CB8AC3E}">
        <p14:creationId xmlns:p14="http://schemas.microsoft.com/office/powerpoint/2010/main" val="18341238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8764A-8654-4015-88E4-3DCE8039E7E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D2DCFAF-241C-478E-A6AD-80E63AD6252C}"/>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883C914-F965-414D-BD2B-F3B0AC01B83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5E1BDD3-E09B-4AD8-A6D1-09608756C4D1}"/>
              </a:ext>
            </a:extLst>
          </p:cNvPr>
          <p:cNvSpPr>
            <a:spLocks noGrp="1"/>
          </p:cNvSpPr>
          <p:nvPr>
            <p:ph type="dt" sz="half" idx="10"/>
          </p:nvPr>
        </p:nvSpPr>
        <p:spPr/>
        <p:txBody>
          <a:bodyPr/>
          <a:lstStyle/>
          <a:p>
            <a:fld id="{59F1E18F-2A00-44CC-8B95-A003127D9C19}" type="datetimeFigureOut">
              <a:rPr lang="en-IN" smtClean="0"/>
              <a:pPr/>
              <a:t>13-09-2020</a:t>
            </a:fld>
            <a:endParaRPr lang="en-IN"/>
          </a:p>
        </p:txBody>
      </p:sp>
      <p:sp>
        <p:nvSpPr>
          <p:cNvPr id="6" name="Footer Placeholder 5">
            <a:extLst>
              <a:ext uri="{FF2B5EF4-FFF2-40B4-BE49-F238E27FC236}">
                <a16:creationId xmlns:a16="http://schemas.microsoft.com/office/drawing/2014/main" id="{6769529B-220F-4623-97E4-E6274B4D1B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8C93C6-2606-4BCA-AD68-18EA4456A9B3}"/>
              </a:ext>
            </a:extLst>
          </p:cNvPr>
          <p:cNvSpPr>
            <a:spLocks noGrp="1"/>
          </p:cNvSpPr>
          <p:nvPr>
            <p:ph type="sldNum" sz="quarter" idx="12"/>
          </p:nvPr>
        </p:nvSpPr>
        <p:spPr/>
        <p:txBody>
          <a:bodyPr/>
          <a:lstStyle/>
          <a:p>
            <a:fld id="{FA49DB0B-315E-4E1C-BB0E-9B60ED910AEC}" type="slidenum">
              <a:rPr lang="en-IN" smtClean="0"/>
              <a:pPr/>
              <a:t>‹#›</a:t>
            </a:fld>
            <a:endParaRPr lang="en-IN"/>
          </a:p>
        </p:txBody>
      </p:sp>
    </p:spTree>
    <p:extLst>
      <p:ext uri="{BB962C8B-B14F-4D97-AF65-F5344CB8AC3E}">
        <p14:creationId xmlns:p14="http://schemas.microsoft.com/office/powerpoint/2010/main" val="11059214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EF451-1D15-4716-BE3E-8C99FF3FDE6C}"/>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1391671-FE62-4F73-B36B-487AB66D1AEC}"/>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136A2186-C06B-4797-BAD4-1A2110103D4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48AF255-4C8A-477E-9012-89198AAE2CE3}"/>
              </a:ext>
            </a:extLst>
          </p:cNvPr>
          <p:cNvSpPr>
            <a:spLocks noGrp="1"/>
          </p:cNvSpPr>
          <p:nvPr>
            <p:ph type="dt" sz="half" idx="10"/>
          </p:nvPr>
        </p:nvSpPr>
        <p:spPr/>
        <p:txBody>
          <a:bodyPr/>
          <a:lstStyle/>
          <a:p>
            <a:fld id="{59F1E18F-2A00-44CC-8B95-A003127D9C19}" type="datetimeFigureOut">
              <a:rPr lang="en-IN" smtClean="0"/>
              <a:pPr/>
              <a:t>13-09-2020</a:t>
            </a:fld>
            <a:endParaRPr lang="en-IN"/>
          </a:p>
        </p:txBody>
      </p:sp>
      <p:sp>
        <p:nvSpPr>
          <p:cNvPr id="6" name="Footer Placeholder 5">
            <a:extLst>
              <a:ext uri="{FF2B5EF4-FFF2-40B4-BE49-F238E27FC236}">
                <a16:creationId xmlns:a16="http://schemas.microsoft.com/office/drawing/2014/main" id="{937A127C-A2D5-4B98-9444-BAA48D1D7B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98F9EE-445A-43D1-8D55-975D2CB056EF}"/>
              </a:ext>
            </a:extLst>
          </p:cNvPr>
          <p:cNvSpPr>
            <a:spLocks noGrp="1"/>
          </p:cNvSpPr>
          <p:nvPr>
            <p:ph type="sldNum" sz="quarter" idx="12"/>
          </p:nvPr>
        </p:nvSpPr>
        <p:spPr/>
        <p:txBody>
          <a:bodyPr/>
          <a:lstStyle/>
          <a:p>
            <a:fld id="{FA49DB0B-315E-4E1C-BB0E-9B60ED910AEC}" type="slidenum">
              <a:rPr lang="en-IN" smtClean="0"/>
              <a:pPr/>
              <a:t>‹#›</a:t>
            </a:fld>
            <a:endParaRPr lang="en-IN"/>
          </a:p>
        </p:txBody>
      </p:sp>
    </p:spTree>
    <p:extLst>
      <p:ext uri="{BB962C8B-B14F-4D97-AF65-F5344CB8AC3E}">
        <p14:creationId xmlns:p14="http://schemas.microsoft.com/office/powerpoint/2010/main" val="22571087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CE2AE-6060-4389-B386-076E1D521D1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DFDA08-044A-4F70-AC3B-105B7D2345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9E41EA-0729-4488-86F2-2E1E1BDA8E44}"/>
              </a:ext>
            </a:extLst>
          </p:cNvPr>
          <p:cNvSpPr>
            <a:spLocks noGrp="1"/>
          </p:cNvSpPr>
          <p:nvPr>
            <p:ph type="dt" sz="half" idx="10"/>
          </p:nvPr>
        </p:nvSpPr>
        <p:spPr/>
        <p:txBody>
          <a:bodyPr/>
          <a:lstStyle/>
          <a:p>
            <a:fld id="{59F1E18F-2A00-44CC-8B95-A003127D9C19}" type="datetimeFigureOut">
              <a:rPr lang="en-IN" smtClean="0"/>
              <a:pPr/>
              <a:t>13-09-2020</a:t>
            </a:fld>
            <a:endParaRPr lang="en-IN"/>
          </a:p>
        </p:txBody>
      </p:sp>
      <p:sp>
        <p:nvSpPr>
          <p:cNvPr id="5" name="Footer Placeholder 4">
            <a:extLst>
              <a:ext uri="{FF2B5EF4-FFF2-40B4-BE49-F238E27FC236}">
                <a16:creationId xmlns:a16="http://schemas.microsoft.com/office/drawing/2014/main" id="{23ED88F2-390F-454D-88A6-6B7234BF20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933C9B-CE18-4354-8226-08C760650B3F}"/>
              </a:ext>
            </a:extLst>
          </p:cNvPr>
          <p:cNvSpPr>
            <a:spLocks noGrp="1"/>
          </p:cNvSpPr>
          <p:nvPr>
            <p:ph type="sldNum" sz="quarter" idx="12"/>
          </p:nvPr>
        </p:nvSpPr>
        <p:spPr/>
        <p:txBody>
          <a:bodyPr/>
          <a:lstStyle/>
          <a:p>
            <a:fld id="{FA49DB0B-315E-4E1C-BB0E-9B60ED910AEC}" type="slidenum">
              <a:rPr lang="en-IN" smtClean="0"/>
              <a:pPr/>
              <a:t>‹#›</a:t>
            </a:fld>
            <a:endParaRPr lang="en-IN"/>
          </a:p>
        </p:txBody>
      </p:sp>
    </p:spTree>
    <p:extLst>
      <p:ext uri="{BB962C8B-B14F-4D97-AF65-F5344CB8AC3E}">
        <p14:creationId xmlns:p14="http://schemas.microsoft.com/office/powerpoint/2010/main" val="15361510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54419E-531E-4015-B784-455EF7AB581A}"/>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B93157E-4E73-4F57-91A0-026E704CD114}"/>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B3A017-A582-4713-929B-83813AC33944}"/>
              </a:ext>
            </a:extLst>
          </p:cNvPr>
          <p:cNvSpPr>
            <a:spLocks noGrp="1"/>
          </p:cNvSpPr>
          <p:nvPr>
            <p:ph type="dt" sz="half" idx="10"/>
          </p:nvPr>
        </p:nvSpPr>
        <p:spPr/>
        <p:txBody>
          <a:bodyPr/>
          <a:lstStyle/>
          <a:p>
            <a:fld id="{59F1E18F-2A00-44CC-8B95-A003127D9C19}" type="datetimeFigureOut">
              <a:rPr lang="en-IN" smtClean="0"/>
              <a:pPr/>
              <a:t>13-09-2020</a:t>
            </a:fld>
            <a:endParaRPr lang="en-IN"/>
          </a:p>
        </p:txBody>
      </p:sp>
      <p:sp>
        <p:nvSpPr>
          <p:cNvPr id="5" name="Footer Placeholder 4">
            <a:extLst>
              <a:ext uri="{FF2B5EF4-FFF2-40B4-BE49-F238E27FC236}">
                <a16:creationId xmlns:a16="http://schemas.microsoft.com/office/drawing/2014/main" id="{FE1BF5A4-5237-477B-92D4-B89FC25575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20B6DF-9CB9-43BC-8134-5DE5BFB3F08A}"/>
              </a:ext>
            </a:extLst>
          </p:cNvPr>
          <p:cNvSpPr>
            <a:spLocks noGrp="1"/>
          </p:cNvSpPr>
          <p:nvPr>
            <p:ph type="sldNum" sz="quarter" idx="12"/>
          </p:nvPr>
        </p:nvSpPr>
        <p:spPr/>
        <p:txBody>
          <a:bodyPr/>
          <a:lstStyle/>
          <a:p>
            <a:fld id="{FA49DB0B-315E-4E1C-BB0E-9B60ED910AEC}" type="slidenum">
              <a:rPr lang="en-IN" smtClean="0"/>
              <a:pPr/>
              <a:t>‹#›</a:t>
            </a:fld>
            <a:endParaRPr lang="en-IN"/>
          </a:p>
        </p:txBody>
      </p:sp>
    </p:spTree>
    <p:extLst>
      <p:ext uri="{BB962C8B-B14F-4D97-AF65-F5344CB8AC3E}">
        <p14:creationId xmlns:p14="http://schemas.microsoft.com/office/powerpoint/2010/main" val="1627273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D7C549-31AA-4F14-9F55-28B762F11028}" type="datetimeFigureOut">
              <a:rPr lang="en-US" smtClean="0"/>
              <a:pPr/>
              <a:t>9/13/2020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C18DA6-F96A-4CA7-8860-B72830E4A07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48B4C2-4041-4D01-988D-62406301F656}"/>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4680DCD-2CA3-4AA0-95ED-04E4670DEF2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FA3149-15CF-4A63-86E5-34D88256502C}"/>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9F1E18F-2A00-44CC-8B95-A003127D9C19}" type="datetimeFigureOut">
              <a:rPr lang="en-IN" smtClean="0"/>
              <a:pPr/>
              <a:t>13-09-2020</a:t>
            </a:fld>
            <a:endParaRPr lang="en-IN"/>
          </a:p>
        </p:txBody>
      </p:sp>
      <p:sp>
        <p:nvSpPr>
          <p:cNvPr id="5" name="Footer Placeholder 4">
            <a:extLst>
              <a:ext uri="{FF2B5EF4-FFF2-40B4-BE49-F238E27FC236}">
                <a16:creationId xmlns:a16="http://schemas.microsoft.com/office/drawing/2014/main" id="{3B45B093-5136-4659-910D-F8BFAD66AE3F}"/>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FEBE208-4DBC-47C7-B778-4EBCB726C774}"/>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49DB0B-315E-4E1C-BB0E-9B60ED910AEC}" type="slidenum">
              <a:rPr lang="en-IN" smtClean="0"/>
              <a:pPr/>
              <a:t>‹#›</a:t>
            </a:fld>
            <a:endParaRPr lang="en-IN"/>
          </a:p>
        </p:txBody>
      </p:sp>
    </p:spTree>
    <p:extLst>
      <p:ext uri="{BB962C8B-B14F-4D97-AF65-F5344CB8AC3E}">
        <p14:creationId xmlns:p14="http://schemas.microsoft.com/office/powerpoint/2010/main" val="9844643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7.gif"/><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9E30F-65F1-4726-B0A7-5537F5E2277C}"/>
              </a:ext>
            </a:extLst>
          </p:cNvPr>
          <p:cNvSpPr>
            <a:spLocks noGrp="1"/>
          </p:cNvSpPr>
          <p:nvPr>
            <p:ph type="ctrTitle"/>
          </p:nvPr>
        </p:nvSpPr>
        <p:spPr>
          <a:xfrm>
            <a:off x="1143000" y="1699022"/>
            <a:ext cx="6858000" cy="2265759"/>
          </a:xfrm>
          <a:noFill/>
        </p:spPr>
        <p:txBody>
          <a:bodyPr/>
          <a:lstStyle/>
          <a:p>
            <a:r>
              <a:rPr lang="en-IN" b="1" dirty="0">
                <a:effectLst>
                  <a:outerShdw blurRad="38100" dist="38100" dir="2700000" algn="tl">
                    <a:srgbClr val="000000">
                      <a:alpha val="43137"/>
                    </a:srgbClr>
                  </a:outerShdw>
                </a:effectLst>
              </a:rPr>
              <a:t> INTERNAL INTRUSION DETECTION SYSTEM</a:t>
            </a:r>
          </a:p>
        </p:txBody>
      </p:sp>
      <p:sp>
        <p:nvSpPr>
          <p:cNvPr id="3" name="Subtitle 2">
            <a:extLst>
              <a:ext uri="{FF2B5EF4-FFF2-40B4-BE49-F238E27FC236}">
                <a16:creationId xmlns:a16="http://schemas.microsoft.com/office/drawing/2014/main" id="{DF148D32-655A-4DAA-81FD-555A82E30D34}"/>
              </a:ext>
            </a:extLst>
          </p:cNvPr>
          <p:cNvSpPr>
            <a:spLocks noGrp="1"/>
          </p:cNvSpPr>
          <p:nvPr>
            <p:ph type="subTitle" idx="1"/>
          </p:nvPr>
        </p:nvSpPr>
        <p:spPr>
          <a:xfrm>
            <a:off x="1269610" y="4082654"/>
            <a:ext cx="6858000" cy="1918096"/>
          </a:xfrm>
        </p:spPr>
        <p:txBody>
          <a:bodyPr>
            <a:normAutofit fontScale="62500" lnSpcReduction="20000"/>
          </a:bodyPr>
          <a:lstStyle/>
          <a:p>
            <a:r>
              <a:rPr lang="en-IN" dirty="0"/>
              <a:t>                                                                                              PRESENTING BY,</a:t>
            </a:r>
          </a:p>
          <a:p>
            <a:r>
              <a:rPr lang="en-IN" dirty="0"/>
              <a:t>						                 ABILASH.C </a:t>
            </a:r>
          </a:p>
          <a:p>
            <a:r>
              <a:rPr lang="en-IN" dirty="0"/>
              <a:t>						       PRABHUDEVA.B</a:t>
            </a:r>
          </a:p>
          <a:p>
            <a:r>
              <a:rPr lang="en-IN" dirty="0"/>
              <a:t>						 KARTHINIVASH.G.S</a:t>
            </a:r>
          </a:p>
          <a:p>
            <a:r>
              <a:rPr lang="en-IN" dirty="0"/>
              <a:t>					                  ANANDHAKUMAR.R</a:t>
            </a:r>
          </a:p>
          <a:p>
            <a:r>
              <a:rPr lang="en-IN" dirty="0"/>
              <a:t> 				              GUIDED BY, </a:t>
            </a:r>
          </a:p>
          <a:p>
            <a:r>
              <a:rPr lang="en-IN" dirty="0"/>
              <a:t>						  </a:t>
            </a:r>
            <a:r>
              <a:rPr lang="en-IN" dirty="0" err="1"/>
              <a:t>Dr.</a:t>
            </a:r>
            <a:r>
              <a:rPr lang="en-IN" dirty="0"/>
              <a:t> VIMALARANI.C</a:t>
            </a:r>
          </a:p>
          <a:p>
            <a:r>
              <a:rPr lang="en-IN" dirty="0"/>
              <a:t>                                                                                            </a:t>
            </a:r>
          </a:p>
        </p:txBody>
      </p:sp>
    </p:spTree>
    <p:extLst>
      <p:ext uri="{BB962C8B-B14F-4D97-AF65-F5344CB8AC3E}">
        <p14:creationId xmlns:p14="http://schemas.microsoft.com/office/powerpoint/2010/main" val="98846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a:t>
            </a:r>
          </a:p>
        </p:txBody>
      </p:sp>
      <p:sp>
        <p:nvSpPr>
          <p:cNvPr id="3" name="Content Placeholder 2"/>
          <p:cNvSpPr>
            <a:spLocks noGrp="1"/>
          </p:cNvSpPr>
          <p:nvPr>
            <p:ph idx="1"/>
          </p:nvPr>
        </p:nvSpPr>
        <p:spPr/>
        <p:txBody>
          <a:bodyPr>
            <a:normAutofit/>
          </a:bodyPr>
          <a:lstStyle/>
          <a:p>
            <a:r>
              <a:rPr lang="en-US" sz="2800" dirty="0"/>
              <a:t>User IDs and passwords are used for authentication. However the passwords are shared between users in some cases</a:t>
            </a:r>
          </a:p>
          <a:p>
            <a:r>
              <a:rPr lang="en-US" sz="2800" dirty="0"/>
              <a:t>That will result in internal attacking of the system, so there would be more chances of attackers stole the user details.</a:t>
            </a:r>
          </a:p>
          <a:p>
            <a:r>
              <a:rPr lang="en-US" sz="2800" dirty="0"/>
              <a:t>Hence a security system is required. The Security system for this purpose is called  Internal Intrusion Detection  System(IIDS)</a:t>
            </a:r>
          </a:p>
          <a:p>
            <a:pPr marL="0" indent="0">
              <a:buNone/>
            </a:pP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2D4BC-3B9F-4DB1-8692-A9A0B711A043}"/>
              </a:ext>
            </a:extLst>
          </p:cNvPr>
          <p:cNvSpPr>
            <a:spLocks noGrp="1"/>
          </p:cNvSpPr>
          <p:nvPr>
            <p:ph type="title"/>
          </p:nvPr>
        </p:nvSpPr>
        <p:spPr/>
        <p:txBody>
          <a:bodyPr/>
          <a:lstStyle/>
          <a:p>
            <a:r>
              <a:rPr lang="en-US" dirty="0"/>
              <a:t>Definitions</a:t>
            </a:r>
            <a:endParaRPr lang="en-IN" dirty="0"/>
          </a:p>
        </p:txBody>
      </p:sp>
      <p:sp>
        <p:nvSpPr>
          <p:cNvPr id="3" name="Content Placeholder 2">
            <a:extLst>
              <a:ext uri="{FF2B5EF4-FFF2-40B4-BE49-F238E27FC236}">
                <a16:creationId xmlns:a16="http://schemas.microsoft.com/office/drawing/2014/main" id="{90170E1E-9948-4C82-A1DC-C9C0FD06D161}"/>
              </a:ext>
            </a:extLst>
          </p:cNvPr>
          <p:cNvSpPr>
            <a:spLocks noGrp="1"/>
          </p:cNvSpPr>
          <p:nvPr>
            <p:ph idx="1"/>
          </p:nvPr>
        </p:nvSpPr>
        <p:spPr/>
        <p:txBody>
          <a:bodyPr/>
          <a:lstStyle/>
          <a:p>
            <a:pPr eaLnBrk="1" hangingPunct="1">
              <a:lnSpc>
                <a:spcPct val="90000"/>
              </a:lnSpc>
            </a:pPr>
            <a:r>
              <a:rPr lang="en-US" altLang="en-US" dirty="0"/>
              <a:t>Intrusion</a:t>
            </a:r>
          </a:p>
          <a:p>
            <a:pPr marL="457200" lvl="1" indent="0" eaLnBrk="1" hangingPunct="1">
              <a:lnSpc>
                <a:spcPct val="90000"/>
              </a:lnSpc>
              <a:buNone/>
            </a:pPr>
            <a:r>
              <a:rPr lang="en-US" altLang="en-US" dirty="0"/>
              <a:t>A set of actions aimed to compromise the security goals, namely</a:t>
            </a:r>
          </a:p>
          <a:p>
            <a:pPr lvl="2" eaLnBrk="1" hangingPunct="1">
              <a:lnSpc>
                <a:spcPct val="90000"/>
              </a:lnSpc>
            </a:pPr>
            <a:r>
              <a:rPr lang="en-US" altLang="en-US" dirty="0"/>
              <a:t>Integrity, confidentiality, or availability, of a computing and networking resource</a:t>
            </a:r>
          </a:p>
          <a:p>
            <a:pPr eaLnBrk="1" hangingPunct="1">
              <a:lnSpc>
                <a:spcPct val="90000"/>
              </a:lnSpc>
            </a:pPr>
            <a:r>
              <a:rPr lang="en-US" altLang="en-US" dirty="0"/>
              <a:t>Intrusion detection</a:t>
            </a:r>
          </a:p>
          <a:p>
            <a:pPr marL="457200" lvl="1" indent="0" eaLnBrk="1" hangingPunct="1">
              <a:lnSpc>
                <a:spcPct val="90000"/>
              </a:lnSpc>
              <a:buNone/>
            </a:pPr>
            <a:r>
              <a:rPr lang="en-US" altLang="en-US" dirty="0"/>
              <a:t>The process of identifying and responding to intrusion activities</a:t>
            </a:r>
          </a:p>
        </p:txBody>
      </p:sp>
    </p:spTree>
    <p:extLst>
      <p:ext uri="{BB962C8B-B14F-4D97-AF65-F5344CB8AC3E}">
        <p14:creationId xmlns:p14="http://schemas.microsoft.com/office/powerpoint/2010/main" val="2683987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ABSTRACT</a:t>
            </a:r>
            <a:endParaRPr lang="en-US" dirty="0"/>
          </a:p>
        </p:txBody>
      </p:sp>
      <p:sp>
        <p:nvSpPr>
          <p:cNvPr id="3" name="Content Placeholder 2"/>
          <p:cNvSpPr>
            <a:spLocks noGrp="1"/>
          </p:cNvSpPr>
          <p:nvPr>
            <p:ph idx="1"/>
          </p:nvPr>
        </p:nvSpPr>
        <p:spPr/>
        <p:txBody>
          <a:bodyPr>
            <a:normAutofit fontScale="55000" lnSpcReduction="20000"/>
          </a:bodyPr>
          <a:lstStyle/>
          <a:p>
            <a:r>
              <a:rPr lang="en-US" dirty="0"/>
              <a:t>Currently, most computer systems use user IDs and passwords as the login patterns to authenticate users. However, many people share their login patterns with co-workers and request their co-workers to assist on co-tasks, thereby making the pattern as one of the weakest points of computer security. </a:t>
            </a:r>
          </a:p>
          <a:p>
            <a:r>
              <a:rPr lang="en-US" dirty="0"/>
              <a:t>Insider attackers, the invalid users of a system who attack the system internally, are hard to detect since most intrusion detection systems and firewalls identify and isolate malicious behaviors launched from the outside world of the system only. </a:t>
            </a:r>
          </a:p>
          <a:p>
            <a:r>
              <a:rPr lang="en-US" dirty="0"/>
              <a:t>In addition, some studies claimed that analyzing system calls (SCs) generated by commands can identify these commands, with which to accurately detect attacks, and attack patterns are the features of an attack. </a:t>
            </a:r>
          </a:p>
          <a:p>
            <a:r>
              <a:rPr lang="en-US" dirty="0"/>
              <a:t>The IIDS creates user’s personal profiles to keep track of user’s usage habits as their forensic features and determines whether a valid login user is the account holder or not by comparing his/her current computer usage behaviors with the patterns collected in the account holder’s personal profile. </a:t>
            </a:r>
          </a:p>
          <a:p>
            <a:r>
              <a:rPr lang="en-US" dirty="0"/>
              <a:t>The experimental results demonstrate that it can prevent a protected system from insider attacks effectively and efficiently.</a:t>
            </a:r>
          </a:p>
          <a:p>
            <a:endParaRPr lang="en-US" dirty="0"/>
          </a:p>
        </p:txBody>
      </p:sp>
    </p:spTree>
    <p:extLst>
      <p:ext uri="{BB962C8B-B14F-4D97-AF65-F5344CB8AC3E}">
        <p14:creationId xmlns:p14="http://schemas.microsoft.com/office/powerpoint/2010/main" val="1135819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lstStyle/>
          <a:p>
            <a:r>
              <a:rPr lang="en-US" dirty="0"/>
              <a:t>Security has been one of the serious problems in the computer domain in the recent years.</a:t>
            </a:r>
          </a:p>
          <a:p>
            <a:r>
              <a:rPr lang="en-US" dirty="0"/>
              <a:t>Attackers regularly try to penetrate computer systems and behave maliciously</a:t>
            </a:r>
          </a:p>
          <a:p>
            <a:r>
              <a:rPr lang="en-US" dirty="0"/>
              <a:t>It is also not easy to identify whether a system is under attack or not.</a:t>
            </a:r>
          </a:p>
          <a:p>
            <a:r>
              <a:rPr lang="en-US" dirty="0"/>
              <a:t>Hence a security mechanism must be implemented.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Literature Survey</a:t>
            </a:r>
          </a:p>
        </p:txBody>
      </p:sp>
      <p:sp>
        <p:nvSpPr>
          <p:cNvPr id="3" name="Content Placeholder 2"/>
          <p:cNvSpPr>
            <a:spLocks noGrp="1"/>
          </p:cNvSpPr>
          <p:nvPr>
            <p:ph idx="1"/>
          </p:nvPr>
        </p:nvSpPr>
        <p:spPr/>
        <p:txBody>
          <a:bodyPr/>
          <a:lstStyle/>
          <a:p>
            <a:r>
              <a:rPr lang="en-US" dirty="0"/>
              <a:t>Computer forensics science views attacked computer systems as crime scenes.</a:t>
            </a:r>
          </a:p>
          <a:p>
            <a:r>
              <a:rPr lang="en-US" dirty="0"/>
              <a:t>The aim is to identify, preserve, recover, analyze and opinions on information collected.</a:t>
            </a:r>
          </a:p>
          <a:p>
            <a:pPr>
              <a:buNone/>
            </a:pPr>
            <a:r>
              <a:rPr lang="en-US" u="sng" dirty="0"/>
              <a:t>Drawbacks</a:t>
            </a:r>
            <a:r>
              <a:rPr lang="en-US" dirty="0"/>
              <a:t>:</a:t>
            </a:r>
            <a:endParaRPr lang="en-US" u="sng" dirty="0"/>
          </a:p>
          <a:p>
            <a:r>
              <a:rPr lang="en-US" dirty="0"/>
              <a:t>Identifying attackers is challenging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Existing Problems</a:t>
            </a:r>
          </a:p>
        </p:txBody>
      </p:sp>
      <p:sp>
        <p:nvSpPr>
          <p:cNvPr id="3" name="Content Placeholder 2"/>
          <p:cNvSpPr>
            <a:spLocks noGrp="1"/>
          </p:cNvSpPr>
          <p:nvPr>
            <p:ph idx="1"/>
          </p:nvPr>
        </p:nvSpPr>
        <p:spPr/>
        <p:txBody>
          <a:bodyPr/>
          <a:lstStyle/>
          <a:p>
            <a:r>
              <a:rPr lang="en-US" dirty="0"/>
              <a:t>Many types of attacks are made on the system.</a:t>
            </a:r>
          </a:p>
          <a:p>
            <a:r>
              <a:rPr lang="en-US" dirty="0"/>
              <a:t>Insider attack is on of them.</a:t>
            </a:r>
          </a:p>
          <a:p>
            <a:r>
              <a:rPr lang="en-US" dirty="0"/>
              <a:t>It is difficult to identify because the attacker is using the user’s legitimate authentication.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Drawbacks of Existing System</a:t>
            </a:r>
          </a:p>
        </p:txBody>
      </p:sp>
      <p:sp>
        <p:nvSpPr>
          <p:cNvPr id="3" name="Content Placeholder 2"/>
          <p:cNvSpPr>
            <a:spLocks noGrp="1"/>
          </p:cNvSpPr>
          <p:nvPr>
            <p:ph idx="1"/>
          </p:nvPr>
        </p:nvSpPr>
        <p:spPr/>
        <p:txBody>
          <a:bodyPr/>
          <a:lstStyle/>
          <a:p>
            <a:endParaRPr lang="en-US" dirty="0"/>
          </a:p>
          <a:p>
            <a:r>
              <a:rPr lang="en-US" dirty="0"/>
              <a:t>Time Consuming</a:t>
            </a:r>
          </a:p>
          <a:p>
            <a:r>
              <a:rPr lang="en-US" dirty="0"/>
              <a:t>Probability of failure is high</a:t>
            </a:r>
          </a:p>
          <a:p>
            <a:r>
              <a:rPr lang="en-US" dirty="0"/>
              <a:t>Identifying attackers is still a big challenge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Proposed System</a:t>
            </a:r>
          </a:p>
        </p:txBody>
      </p:sp>
      <p:sp>
        <p:nvSpPr>
          <p:cNvPr id="3" name="Content Placeholder 2"/>
          <p:cNvSpPr>
            <a:spLocks noGrp="1"/>
          </p:cNvSpPr>
          <p:nvPr>
            <p:ph idx="1"/>
          </p:nvPr>
        </p:nvSpPr>
        <p:spPr/>
        <p:txBody>
          <a:bodyPr/>
          <a:lstStyle/>
          <a:p>
            <a:r>
              <a:rPr lang="en-US" dirty="0"/>
              <a:t>The aim of the proposed system is to develop a system with improved facilities.</a:t>
            </a:r>
          </a:p>
          <a:p>
            <a:r>
              <a:rPr lang="en-US" dirty="0"/>
              <a:t>The proposed system can overcome the performance of the existing system.</a:t>
            </a:r>
          </a:p>
          <a:p>
            <a:r>
              <a:rPr lang="en-US" dirty="0"/>
              <a:t>In the proposed system  the system calls (SCs) are being used to detect the inside attackers.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Advantages of the proposed System</a:t>
            </a:r>
          </a:p>
        </p:txBody>
      </p:sp>
      <p:sp>
        <p:nvSpPr>
          <p:cNvPr id="3" name="Content Placeholder 2"/>
          <p:cNvSpPr>
            <a:spLocks noGrp="1"/>
          </p:cNvSpPr>
          <p:nvPr>
            <p:ph idx="1"/>
          </p:nvPr>
        </p:nvSpPr>
        <p:spPr/>
        <p:txBody>
          <a:bodyPr>
            <a:normAutofit/>
          </a:bodyPr>
          <a:lstStyle/>
          <a:p>
            <a:r>
              <a:rPr lang="en-US" sz="3600" dirty="0"/>
              <a:t>Performance is improved</a:t>
            </a:r>
          </a:p>
          <a:p>
            <a:r>
              <a:rPr lang="en-US" sz="3600" dirty="0"/>
              <a:t>Easy Detection </a:t>
            </a:r>
          </a:p>
          <a:p>
            <a:r>
              <a:rPr lang="en-US" sz="3600" dirty="0"/>
              <a:t>System calls are used to identify internal attackers thus  improving efficiency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56C20283-73E0-40EC-8AD8-057F581F64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28">
            <a:extLst>
              <a:ext uri="{FF2B5EF4-FFF2-40B4-BE49-F238E27FC236}">
                <a16:creationId xmlns:a16="http://schemas.microsoft.com/office/drawing/2014/main" id="{3FCC729B-E528-40C3-82D3-BA4375575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720090" y="0"/>
            <a:ext cx="8413996" cy="6858000"/>
          </a:xfrm>
          <a:custGeom>
            <a:avLst/>
            <a:gdLst>
              <a:gd name="connsiteX0" fmla="*/ 0 w 11218661"/>
              <a:gd name="connsiteY0" fmla="*/ 0 h 6858000"/>
              <a:gd name="connsiteX1" fmla="*/ 8042507 w 11218661"/>
              <a:gd name="connsiteY1" fmla="*/ 0 h 6858000"/>
              <a:gd name="connsiteX2" fmla="*/ 11218661 w 11218661"/>
              <a:gd name="connsiteY2" fmla="*/ 6858000 h 6858000"/>
              <a:gd name="connsiteX3" fmla="*/ 0 w 1121866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218661" h="6858000">
                <a:moveTo>
                  <a:pt x="0" y="0"/>
                </a:moveTo>
                <a:lnTo>
                  <a:pt x="8042507" y="0"/>
                </a:lnTo>
                <a:lnTo>
                  <a:pt x="11218661" y="6858000"/>
                </a:lnTo>
                <a:lnTo>
                  <a:pt x="0" y="6858000"/>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26">
            <a:extLst>
              <a:ext uri="{FF2B5EF4-FFF2-40B4-BE49-F238E27FC236}">
                <a16:creationId xmlns:a16="http://schemas.microsoft.com/office/drawing/2014/main" id="{58F1FB8D-1842-4A04-998D-6CF047AB2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065186" y="0"/>
            <a:ext cx="8078814" cy="6858000"/>
          </a:xfrm>
          <a:custGeom>
            <a:avLst/>
            <a:gdLst>
              <a:gd name="connsiteX0" fmla="*/ 0 w 10771752"/>
              <a:gd name="connsiteY0" fmla="*/ 0 h 6858000"/>
              <a:gd name="connsiteX1" fmla="*/ 7595598 w 10771752"/>
              <a:gd name="connsiteY1" fmla="*/ 0 h 6858000"/>
              <a:gd name="connsiteX2" fmla="*/ 10771752 w 10771752"/>
              <a:gd name="connsiteY2" fmla="*/ 6858000 h 6858000"/>
              <a:gd name="connsiteX3" fmla="*/ 0 w 1077175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771752" h="6858000">
                <a:moveTo>
                  <a:pt x="0" y="0"/>
                </a:moveTo>
                <a:lnTo>
                  <a:pt x="7595598" y="0"/>
                </a:lnTo>
                <a:lnTo>
                  <a:pt x="10771752" y="6858000"/>
                </a:lnTo>
                <a:lnTo>
                  <a:pt x="0" y="685800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0A0AE2D-5D65-4331-A580-0111539012B4}"/>
              </a:ext>
            </a:extLst>
          </p:cNvPr>
          <p:cNvSpPr>
            <a:spLocks noGrp="1"/>
          </p:cNvSpPr>
          <p:nvPr>
            <p:ph type="title"/>
          </p:nvPr>
        </p:nvSpPr>
        <p:spPr>
          <a:xfrm>
            <a:off x="3288030" y="365126"/>
            <a:ext cx="5373370" cy="1325563"/>
          </a:xfrm>
        </p:spPr>
        <p:txBody>
          <a:bodyPr>
            <a:normAutofit/>
          </a:bodyPr>
          <a:lstStyle/>
          <a:p>
            <a:r>
              <a:rPr lang="en-IN" b="1" dirty="0">
                <a:effectLst>
                  <a:outerShdw blurRad="38100" dist="38100" dir="2700000" algn="tl">
                    <a:srgbClr val="000000">
                      <a:alpha val="43137"/>
                    </a:srgbClr>
                  </a:outerShdw>
                </a:effectLst>
              </a:rPr>
              <a:t>Module Split up</a:t>
            </a:r>
          </a:p>
        </p:txBody>
      </p:sp>
      <p:graphicFrame>
        <p:nvGraphicFramePr>
          <p:cNvPr id="5" name="Content Placeholder 2">
            <a:extLst>
              <a:ext uri="{FF2B5EF4-FFF2-40B4-BE49-F238E27FC236}">
                <a16:creationId xmlns:a16="http://schemas.microsoft.com/office/drawing/2014/main" id="{CA40A699-8A42-4CD6-8EED-D4D69B8023E6}"/>
              </a:ext>
            </a:extLst>
          </p:cNvPr>
          <p:cNvGraphicFramePr>
            <a:graphicFrameLocks noGrp="1"/>
          </p:cNvGraphicFramePr>
          <p:nvPr>
            <p:ph idx="1"/>
            <p:extLst>
              <p:ext uri="{D42A27DB-BD31-4B8C-83A1-F6EECF244321}">
                <p14:modId xmlns:p14="http://schemas.microsoft.com/office/powerpoint/2010/main" val="1357904367"/>
              </p:ext>
            </p:extLst>
          </p:nvPr>
        </p:nvGraphicFramePr>
        <p:xfrm>
          <a:off x="3290637" y="2022602"/>
          <a:ext cx="5370763" cy="41543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Picture 10">
            <a:extLst>
              <a:ext uri="{FF2B5EF4-FFF2-40B4-BE49-F238E27FC236}">
                <a16:creationId xmlns:a16="http://schemas.microsoft.com/office/drawing/2014/main" id="{93558B53-1CD7-4043-BD4E-172F2C7ECF9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180" y="1690688"/>
            <a:ext cx="2143125" cy="4762500"/>
          </a:xfrm>
          <a:prstGeom prst="rect">
            <a:avLst/>
          </a:prstGeom>
        </p:spPr>
      </p:pic>
    </p:spTree>
    <p:extLst>
      <p:ext uri="{BB962C8B-B14F-4D97-AF65-F5344CB8AC3E}">
        <p14:creationId xmlns:p14="http://schemas.microsoft.com/office/powerpoint/2010/main" val="3074222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Modules Explanation</a:t>
            </a:r>
          </a:p>
        </p:txBody>
      </p:sp>
      <p:sp>
        <p:nvSpPr>
          <p:cNvPr id="3" name="Content Placeholder 2"/>
          <p:cNvSpPr>
            <a:spLocks noGrp="1"/>
          </p:cNvSpPr>
          <p:nvPr>
            <p:ph idx="1"/>
          </p:nvPr>
        </p:nvSpPr>
        <p:spPr/>
        <p:txBody>
          <a:bodyPr>
            <a:normAutofit fontScale="92500" lnSpcReduction="20000"/>
          </a:bodyPr>
          <a:lstStyle/>
          <a:p>
            <a:r>
              <a:rPr lang="en-US" dirty="0"/>
              <a:t>Admin Module</a:t>
            </a:r>
          </a:p>
          <a:p>
            <a:pPr lvl="2"/>
            <a:r>
              <a:rPr lang="en-US" dirty="0"/>
              <a:t>Log in</a:t>
            </a:r>
          </a:p>
          <a:p>
            <a:pPr lvl="2"/>
            <a:r>
              <a:rPr lang="en-US" dirty="0"/>
              <a:t>View Log Files</a:t>
            </a:r>
          </a:p>
          <a:p>
            <a:pPr lvl="2"/>
            <a:r>
              <a:rPr lang="en-US" dirty="0"/>
              <a:t>Eliminate Hacker</a:t>
            </a:r>
          </a:p>
          <a:p>
            <a:pPr lvl="2">
              <a:buNone/>
            </a:pPr>
            <a:endParaRPr lang="en-US" dirty="0"/>
          </a:p>
          <a:p>
            <a:r>
              <a:rPr lang="en-US" dirty="0"/>
              <a:t>User Module</a:t>
            </a:r>
          </a:p>
          <a:p>
            <a:pPr lvl="2"/>
            <a:r>
              <a:rPr lang="en-US" dirty="0"/>
              <a:t>User  Registration</a:t>
            </a:r>
          </a:p>
          <a:p>
            <a:pPr lvl="2"/>
            <a:r>
              <a:rPr lang="en-US" dirty="0"/>
              <a:t>Login</a:t>
            </a:r>
          </a:p>
          <a:p>
            <a:pPr lvl="2"/>
            <a:r>
              <a:rPr lang="en-US" dirty="0"/>
              <a:t>Update Profile</a:t>
            </a:r>
          </a:p>
          <a:p>
            <a:pPr lvl="2"/>
            <a:r>
              <a:rPr lang="en-US" dirty="0"/>
              <a:t>Upload File</a:t>
            </a:r>
          </a:p>
          <a:p>
            <a:pPr lvl="2"/>
            <a:r>
              <a:rPr lang="en-US" dirty="0"/>
              <a:t>View Upload File</a:t>
            </a:r>
          </a:p>
          <a:p>
            <a:pPr lvl="2"/>
            <a:r>
              <a:rPr lang="en-US" dirty="0"/>
              <a:t>View System Call</a:t>
            </a:r>
          </a:p>
          <a:p>
            <a:pPr lvl="2"/>
            <a:endParaRPr lang="en-US" dirty="0"/>
          </a:p>
          <a:p>
            <a:pPr lvl="2">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3"/>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7860E4-8E68-42C8-B57C-162B9BD31CD4}"/>
              </a:ext>
            </a:extLst>
          </p:cNvPr>
          <p:cNvSpPr>
            <a:spLocks noGrp="1"/>
          </p:cNvSpPr>
          <p:nvPr>
            <p:ph type="title"/>
          </p:nvPr>
        </p:nvSpPr>
        <p:spPr>
          <a:xfrm>
            <a:off x="417399" y="643467"/>
            <a:ext cx="8408194"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USER REGISTRATION</a:t>
            </a:r>
          </a:p>
        </p:txBody>
      </p:sp>
      <p:pic>
        <p:nvPicPr>
          <p:cNvPr id="4" name="Content Placeholder 3">
            <a:extLst>
              <a:ext uri="{FF2B5EF4-FFF2-40B4-BE49-F238E27FC236}">
                <a16:creationId xmlns:a16="http://schemas.microsoft.com/office/drawing/2014/main" id="{CCE3C9EA-2B3C-4595-B54E-42367AEEF502}"/>
              </a:ext>
            </a:extLst>
          </p:cNvPr>
          <p:cNvPicPr>
            <a:picLocks noGrp="1"/>
          </p:cNvPicPr>
          <p:nvPr>
            <p:ph idx="1"/>
          </p:nvPr>
        </p:nvPicPr>
        <p:blipFill rotWithShape="1">
          <a:blip r:embed="rId2">
            <a:extLst>
              <a:ext uri="{28A0092B-C50C-407E-A947-70E740481C1C}">
                <a14:useLocalDpi xmlns:a14="http://schemas.microsoft.com/office/drawing/2010/main" val="0"/>
              </a:ext>
            </a:extLst>
          </a:blip>
          <a:srcRect/>
          <a:stretch/>
        </p:blipFill>
        <p:spPr bwMode="auto">
          <a:xfrm>
            <a:off x="1219410" y="2080422"/>
            <a:ext cx="6705180" cy="3786978"/>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1862771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3"/>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F41ADA-1AE7-4C57-A3BD-C02BF0FF74D7}"/>
              </a:ext>
            </a:extLst>
          </p:cNvPr>
          <p:cNvSpPr>
            <a:spLocks noGrp="1"/>
          </p:cNvSpPr>
          <p:nvPr>
            <p:ph type="title"/>
          </p:nvPr>
        </p:nvSpPr>
        <p:spPr>
          <a:xfrm>
            <a:off x="417399" y="643467"/>
            <a:ext cx="8408194"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USER REGISTRATION SUCCESSFUL</a:t>
            </a:r>
          </a:p>
        </p:txBody>
      </p:sp>
      <p:pic>
        <p:nvPicPr>
          <p:cNvPr id="4" name="Content Placeholder 3">
            <a:extLst>
              <a:ext uri="{FF2B5EF4-FFF2-40B4-BE49-F238E27FC236}">
                <a16:creationId xmlns:a16="http://schemas.microsoft.com/office/drawing/2014/main" id="{0A0C4354-8C6B-4A1A-A397-128B4F22D43A}"/>
              </a:ext>
            </a:extLst>
          </p:cNvPr>
          <p:cNvPicPr>
            <a:picLocks noGrp="1"/>
          </p:cNvPicPr>
          <p:nvPr>
            <p:ph idx="1"/>
          </p:nvPr>
        </p:nvPicPr>
        <p:blipFill rotWithShape="1">
          <a:blip r:embed="rId2"/>
          <a:srcRect l="30911" t="5320" r="30534" b="68375"/>
          <a:stretch/>
        </p:blipFill>
        <p:spPr bwMode="auto">
          <a:xfrm>
            <a:off x="482600" y="1779767"/>
            <a:ext cx="8178800" cy="4185118"/>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697925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3"/>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3F0ECA-DFD1-446F-A58E-7E40780A7B02}"/>
              </a:ext>
            </a:extLst>
          </p:cNvPr>
          <p:cNvSpPr>
            <a:spLocks noGrp="1"/>
          </p:cNvSpPr>
          <p:nvPr>
            <p:ph type="title"/>
          </p:nvPr>
        </p:nvSpPr>
        <p:spPr>
          <a:xfrm>
            <a:off x="417399" y="643467"/>
            <a:ext cx="8408194" cy="744836"/>
          </a:xfrm>
          <a:prstGeom prst="ellipse">
            <a:avLst/>
          </a:prstGeom>
        </p:spPr>
        <p:txBody>
          <a:bodyPr vert="horz" lIns="91440" tIns="45720" rIns="91440" bIns="45720" rtlCol="0" anchor="ctr">
            <a:normAutofit fontScale="90000"/>
          </a:bodyPr>
          <a:lstStyle/>
          <a:p>
            <a:pPr algn="ctr"/>
            <a:r>
              <a:rPr lang="en-US" sz="3000" b="1" kern="1200">
                <a:solidFill>
                  <a:schemeClr val="bg1"/>
                </a:solidFill>
                <a:latin typeface="+mj-lt"/>
                <a:ea typeface="+mj-ea"/>
                <a:cs typeface="+mj-cs"/>
              </a:rPr>
              <a:t>USER LOGIN</a:t>
            </a:r>
          </a:p>
        </p:txBody>
      </p:sp>
      <p:pic>
        <p:nvPicPr>
          <p:cNvPr id="4" name="Content Placeholder 3">
            <a:extLst>
              <a:ext uri="{FF2B5EF4-FFF2-40B4-BE49-F238E27FC236}">
                <a16:creationId xmlns:a16="http://schemas.microsoft.com/office/drawing/2014/main" id="{25BCCB92-F1C4-42EA-A208-1BB620D70FE6}"/>
              </a:ext>
            </a:extLst>
          </p:cNvPr>
          <p:cNvPicPr>
            <a:picLocks noGrp="1"/>
          </p:cNvPicPr>
          <p:nvPr>
            <p:ph idx="1"/>
          </p:nvPr>
        </p:nvPicPr>
        <p:blipFill rotWithShape="1">
          <a:blip r:embed="rId2">
            <a:extLst>
              <a:ext uri="{28A0092B-C50C-407E-A947-70E740481C1C}">
                <a14:useLocalDpi xmlns:a14="http://schemas.microsoft.com/office/drawing/2010/main" val="0"/>
              </a:ext>
            </a:extLst>
          </a:blip>
          <a:srcRect/>
          <a:stretch/>
        </p:blipFill>
        <p:spPr bwMode="auto">
          <a:xfrm>
            <a:off x="1469390" y="2057400"/>
            <a:ext cx="6774498" cy="3826128"/>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2754057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3"/>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5DAEBD-0B48-4627-BE9A-3F4873C1E90E}"/>
              </a:ext>
            </a:extLst>
          </p:cNvPr>
          <p:cNvSpPr>
            <a:spLocks noGrp="1"/>
          </p:cNvSpPr>
          <p:nvPr>
            <p:ph type="title"/>
          </p:nvPr>
        </p:nvSpPr>
        <p:spPr>
          <a:xfrm>
            <a:off x="417399" y="643467"/>
            <a:ext cx="8408194"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USER LOGIN SUCCESSFUL</a:t>
            </a:r>
          </a:p>
        </p:txBody>
      </p:sp>
      <p:pic>
        <p:nvPicPr>
          <p:cNvPr id="4" name="Content Placeholder 3">
            <a:extLst>
              <a:ext uri="{FF2B5EF4-FFF2-40B4-BE49-F238E27FC236}">
                <a16:creationId xmlns:a16="http://schemas.microsoft.com/office/drawing/2014/main" id="{5BD51BF5-96DF-4B58-96DB-02B3DDC73B5C}"/>
              </a:ext>
            </a:extLst>
          </p:cNvPr>
          <p:cNvPicPr>
            <a:picLocks noGrp="1"/>
          </p:cNvPicPr>
          <p:nvPr>
            <p:ph idx="1"/>
          </p:nvPr>
        </p:nvPicPr>
        <p:blipFill rotWithShape="1">
          <a:blip r:embed="rId2"/>
          <a:srcRect l="28252" t="4729" r="27377" b="60690"/>
          <a:stretch/>
        </p:blipFill>
        <p:spPr bwMode="auto">
          <a:xfrm>
            <a:off x="813190" y="1675228"/>
            <a:ext cx="7517621" cy="4394199"/>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1441038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3"/>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DB7682-0B3D-4365-A612-4D7FBBE1A028}"/>
              </a:ext>
            </a:extLst>
          </p:cNvPr>
          <p:cNvSpPr>
            <a:spLocks noGrp="1"/>
          </p:cNvSpPr>
          <p:nvPr>
            <p:ph type="title"/>
          </p:nvPr>
        </p:nvSpPr>
        <p:spPr>
          <a:xfrm>
            <a:off x="417399" y="643467"/>
            <a:ext cx="8408194" cy="744836"/>
          </a:xfrm>
        </p:spPr>
        <p:txBody>
          <a:bodyPr vert="horz" lIns="91440" tIns="45720" rIns="91440" bIns="45720" rtlCol="0" anchor="ctr">
            <a:normAutofit/>
          </a:bodyPr>
          <a:lstStyle/>
          <a:p>
            <a:pPr algn="ctr"/>
            <a:r>
              <a:rPr lang="en-US" sz="3200" b="1" kern="1200" dirty="0">
                <a:solidFill>
                  <a:schemeClr val="bg1"/>
                </a:solidFill>
                <a:latin typeface="+mj-lt"/>
                <a:ea typeface="+mj-ea"/>
                <a:cs typeface="+mj-cs"/>
              </a:rPr>
              <a:t>USER </a:t>
            </a:r>
            <a:r>
              <a:rPr lang="en-US" sz="3200" b="1" dirty="0">
                <a:solidFill>
                  <a:schemeClr val="bg1"/>
                </a:solidFill>
              </a:rPr>
              <a:t>UPDATE</a:t>
            </a:r>
            <a:r>
              <a:rPr lang="en-US" sz="3200" b="1" kern="1200" dirty="0">
                <a:solidFill>
                  <a:schemeClr val="bg1"/>
                </a:solidFill>
                <a:latin typeface="+mj-lt"/>
                <a:ea typeface="+mj-ea"/>
                <a:cs typeface="+mj-cs"/>
              </a:rPr>
              <a:t> PROFILE</a:t>
            </a:r>
          </a:p>
        </p:txBody>
      </p:sp>
      <p:pic>
        <p:nvPicPr>
          <p:cNvPr id="4" name="Content Placeholder 3">
            <a:extLst>
              <a:ext uri="{FF2B5EF4-FFF2-40B4-BE49-F238E27FC236}">
                <a16:creationId xmlns:a16="http://schemas.microsoft.com/office/drawing/2014/main" id="{A387E80F-D540-4C67-B631-BFC4D851F249}"/>
              </a:ext>
            </a:extLst>
          </p:cNvPr>
          <p:cNvPicPr>
            <a:picLocks noGrp="1"/>
          </p:cNvPicPr>
          <p:nvPr>
            <p:ph idx="1"/>
          </p:nvPr>
        </p:nvPicPr>
        <p:blipFill rotWithShape="1">
          <a:blip r:embed="rId2">
            <a:extLst>
              <a:ext uri="{28A0092B-C50C-407E-A947-70E740481C1C}">
                <a14:useLocalDpi xmlns:a14="http://schemas.microsoft.com/office/drawing/2010/main" val="0"/>
              </a:ext>
            </a:extLst>
          </a:blip>
          <a:srcRect/>
          <a:stretch/>
        </p:blipFill>
        <p:spPr bwMode="auto">
          <a:xfrm>
            <a:off x="1629355" y="2210368"/>
            <a:ext cx="5885291" cy="3323918"/>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1392676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3"/>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A3CA8E-D9C4-439E-A70D-453B310E741E}"/>
              </a:ext>
            </a:extLst>
          </p:cNvPr>
          <p:cNvSpPr>
            <a:spLocks noGrp="1"/>
          </p:cNvSpPr>
          <p:nvPr>
            <p:ph type="title"/>
          </p:nvPr>
        </p:nvSpPr>
        <p:spPr>
          <a:xfrm>
            <a:off x="417399" y="643467"/>
            <a:ext cx="8408194" cy="744836"/>
          </a:xfrm>
        </p:spPr>
        <p:txBody>
          <a:bodyPr vert="horz" lIns="91440" tIns="45720" rIns="91440" bIns="45720" rtlCol="0" anchor="ctr">
            <a:normAutofit/>
          </a:bodyPr>
          <a:lstStyle/>
          <a:p>
            <a:pPr algn="ctr"/>
            <a:r>
              <a:rPr lang="en-US" sz="3200" b="1" kern="1200" dirty="0">
                <a:solidFill>
                  <a:schemeClr val="bg1"/>
                </a:solidFill>
                <a:latin typeface="+mj-lt"/>
                <a:ea typeface="+mj-ea"/>
                <a:cs typeface="+mj-cs"/>
              </a:rPr>
              <a:t>UPLOADING A  FILE</a:t>
            </a:r>
          </a:p>
        </p:txBody>
      </p:sp>
      <p:pic>
        <p:nvPicPr>
          <p:cNvPr id="4" name="Content Placeholder 3">
            <a:extLst>
              <a:ext uri="{FF2B5EF4-FFF2-40B4-BE49-F238E27FC236}">
                <a16:creationId xmlns:a16="http://schemas.microsoft.com/office/drawing/2014/main" id="{FC6D0417-D96B-4AEC-B24C-D954262B0E8C}"/>
              </a:ext>
            </a:extLst>
          </p:cNvPr>
          <p:cNvPicPr>
            <a:picLocks noGrp="1"/>
          </p:cNvPicPr>
          <p:nvPr>
            <p:ph idx="1"/>
          </p:nvPr>
        </p:nvPicPr>
        <p:blipFill rotWithShape="1">
          <a:blip r:embed="rId2">
            <a:extLst>
              <a:ext uri="{28A0092B-C50C-407E-A947-70E740481C1C}">
                <a14:useLocalDpi xmlns:a14="http://schemas.microsoft.com/office/drawing/2010/main" val="0"/>
              </a:ext>
            </a:extLst>
          </a:blip>
          <a:srcRect/>
          <a:stretch/>
        </p:blipFill>
        <p:spPr bwMode="auto">
          <a:xfrm>
            <a:off x="1666265" y="2232387"/>
            <a:ext cx="5811470" cy="3282225"/>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2526845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3"/>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6D4EC9-9B35-4536-9450-CD6A36448082}"/>
              </a:ext>
            </a:extLst>
          </p:cNvPr>
          <p:cNvSpPr>
            <a:spLocks noGrp="1"/>
          </p:cNvSpPr>
          <p:nvPr>
            <p:ph type="title"/>
          </p:nvPr>
        </p:nvSpPr>
        <p:spPr>
          <a:xfrm>
            <a:off x="417399" y="643467"/>
            <a:ext cx="8408194" cy="744836"/>
          </a:xfrm>
        </p:spPr>
        <p:txBody>
          <a:bodyPr vert="horz" lIns="91440" tIns="45720" rIns="91440" bIns="45720" rtlCol="0" anchor="ctr">
            <a:normAutofit/>
          </a:bodyPr>
          <a:lstStyle/>
          <a:p>
            <a:pPr algn="ctr"/>
            <a:r>
              <a:rPr lang="en-US" sz="3200" b="1" kern="1200" dirty="0">
                <a:solidFill>
                  <a:schemeClr val="bg1"/>
                </a:solidFill>
                <a:latin typeface="+mj-lt"/>
                <a:ea typeface="+mj-ea"/>
                <a:cs typeface="+mj-cs"/>
              </a:rPr>
              <a:t>VIEW UPLOADED FILE</a:t>
            </a:r>
          </a:p>
        </p:txBody>
      </p:sp>
      <p:pic>
        <p:nvPicPr>
          <p:cNvPr id="4" name="Content Placeholder 3">
            <a:extLst>
              <a:ext uri="{FF2B5EF4-FFF2-40B4-BE49-F238E27FC236}">
                <a16:creationId xmlns:a16="http://schemas.microsoft.com/office/drawing/2014/main" id="{4E757A77-5A8F-4C7B-A5A7-845F0A78C4C6}"/>
              </a:ext>
            </a:extLst>
          </p:cNvPr>
          <p:cNvPicPr>
            <a:picLocks noGrp="1"/>
          </p:cNvPicPr>
          <p:nvPr>
            <p:ph idx="1"/>
          </p:nvPr>
        </p:nvPicPr>
        <p:blipFill rotWithShape="1">
          <a:blip r:embed="rId2">
            <a:extLst>
              <a:ext uri="{28A0092B-C50C-407E-A947-70E740481C1C}">
                <a14:useLocalDpi xmlns:a14="http://schemas.microsoft.com/office/drawing/2010/main" val="0"/>
              </a:ext>
            </a:extLst>
          </a:blip>
          <a:srcRect/>
          <a:stretch/>
        </p:blipFill>
        <p:spPr bwMode="auto">
          <a:xfrm>
            <a:off x="1490502" y="2131947"/>
            <a:ext cx="6162996" cy="3480761"/>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12468231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3"/>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E54CBB-13FF-466B-BBD7-D92A04C98B8E}"/>
              </a:ext>
            </a:extLst>
          </p:cNvPr>
          <p:cNvSpPr>
            <a:spLocks noGrp="1"/>
          </p:cNvSpPr>
          <p:nvPr>
            <p:ph type="title"/>
          </p:nvPr>
        </p:nvSpPr>
        <p:spPr>
          <a:xfrm>
            <a:off x="417399" y="643467"/>
            <a:ext cx="8408194"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VIEW SYSTEM CALLS</a:t>
            </a:r>
          </a:p>
        </p:txBody>
      </p:sp>
      <p:pic>
        <p:nvPicPr>
          <p:cNvPr id="4" name="Content Placeholder 3">
            <a:extLst>
              <a:ext uri="{FF2B5EF4-FFF2-40B4-BE49-F238E27FC236}">
                <a16:creationId xmlns:a16="http://schemas.microsoft.com/office/drawing/2014/main" id="{399B00E0-133D-49D2-850F-7F07251EECF3}"/>
              </a:ext>
            </a:extLst>
          </p:cNvPr>
          <p:cNvPicPr>
            <a:picLocks noGrp="1"/>
          </p:cNvPicPr>
          <p:nvPr>
            <p:ph idx="1"/>
          </p:nvPr>
        </p:nvPicPr>
        <p:blipFill rotWithShape="1">
          <a:blip r:embed="rId2">
            <a:extLst>
              <a:ext uri="{28A0092B-C50C-407E-A947-70E740481C1C}">
                <a14:useLocalDpi xmlns:a14="http://schemas.microsoft.com/office/drawing/2010/main" val="0"/>
              </a:ext>
            </a:extLst>
          </a:blip>
          <a:srcRect/>
          <a:stretch/>
        </p:blipFill>
        <p:spPr bwMode="auto">
          <a:xfrm>
            <a:off x="1905000" y="2438400"/>
            <a:ext cx="5714999" cy="3276600"/>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30647075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3"/>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4A7778-8728-4A6D-8C60-0D8F16702BC1}"/>
              </a:ext>
            </a:extLst>
          </p:cNvPr>
          <p:cNvSpPr>
            <a:spLocks noGrp="1"/>
          </p:cNvSpPr>
          <p:nvPr>
            <p:ph type="title"/>
          </p:nvPr>
        </p:nvSpPr>
        <p:spPr>
          <a:xfrm>
            <a:off x="417399" y="643467"/>
            <a:ext cx="8408194" cy="744836"/>
          </a:xfrm>
        </p:spPr>
        <p:txBody>
          <a:bodyPr vert="horz" lIns="91440" tIns="45720" rIns="91440" bIns="45720" rtlCol="0" anchor="ctr">
            <a:normAutofit/>
          </a:bodyPr>
          <a:lstStyle/>
          <a:p>
            <a:pPr algn="ctr"/>
            <a:r>
              <a:rPr lang="en-US" sz="3200" b="1" kern="1200" dirty="0">
                <a:solidFill>
                  <a:schemeClr val="bg1"/>
                </a:solidFill>
                <a:latin typeface="+mj-lt"/>
                <a:ea typeface="+mj-ea"/>
                <a:cs typeface="+mj-cs"/>
              </a:rPr>
              <a:t>ADMIN LOGIN</a:t>
            </a:r>
          </a:p>
        </p:txBody>
      </p:sp>
      <p:pic>
        <p:nvPicPr>
          <p:cNvPr id="4" name="Content Placeholder 3">
            <a:extLst>
              <a:ext uri="{FF2B5EF4-FFF2-40B4-BE49-F238E27FC236}">
                <a16:creationId xmlns:a16="http://schemas.microsoft.com/office/drawing/2014/main" id="{FB2B2E65-4681-4866-9772-5BD667E0C142}"/>
              </a:ext>
            </a:extLst>
          </p:cNvPr>
          <p:cNvPicPr>
            <a:picLocks noGrp="1"/>
          </p:cNvPicPr>
          <p:nvPr>
            <p:ph idx="1"/>
          </p:nvPr>
        </p:nvPicPr>
        <p:blipFill rotWithShape="1">
          <a:blip r:embed="rId2">
            <a:extLst>
              <a:ext uri="{28A0092B-C50C-407E-A947-70E740481C1C}">
                <a14:useLocalDpi xmlns:a14="http://schemas.microsoft.com/office/drawing/2010/main" val="0"/>
              </a:ext>
            </a:extLst>
          </a:blip>
          <a:srcRect/>
          <a:stretch/>
        </p:blipFill>
        <p:spPr bwMode="auto">
          <a:xfrm>
            <a:off x="1733550" y="2362200"/>
            <a:ext cx="5676900" cy="3276600"/>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991887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3">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3"/>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C9A34D-DFFC-45C6-85BA-E9183A7725D6}"/>
              </a:ext>
            </a:extLst>
          </p:cNvPr>
          <p:cNvSpPr>
            <a:spLocks noGrp="1"/>
          </p:cNvSpPr>
          <p:nvPr>
            <p:ph type="title"/>
          </p:nvPr>
        </p:nvSpPr>
        <p:spPr>
          <a:xfrm>
            <a:off x="417399" y="643467"/>
            <a:ext cx="8408194"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ADMIN DASHBOARD</a:t>
            </a:r>
          </a:p>
        </p:txBody>
      </p:sp>
      <p:pic>
        <p:nvPicPr>
          <p:cNvPr id="4" name="Content Placeholder 3">
            <a:extLst>
              <a:ext uri="{FF2B5EF4-FFF2-40B4-BE49-F238E27FC236}">
                <a16:creationId xmlns:a16="http://schemas.microsoft.com/office/drawing/2014/main" id="{BD7A9603-16E6-4263-B1E0-322FD2D6BAC0}"/>
              </a:ext>
            </a:extLst>
          </p:cNvPr>
          <p:cNvPicPr>
            <a:picLocks noGrp="1"/>
          </p:cNvPicPr>
          <p:nvPr>
            <p:ph idx="1"/>
          </p:nvPr>
        </p:nvPicPr>
        <p:blipFill rotWithShape="1">
          <a:blip r:embed="rId2">
            <a:extLst>
              <a:ext uri="{28A0092B-C50C-407E-A947-70E740481C1C}">
                <a14:useLocalDpi xmlns:a14="http://schemas.microsoft.com/office/drawing/2010/main" val="0"/>
              </a:ext>
            </a:extLst>
          </a:blip>
          <a:srcRect/>
          <a:stretch/>
        </p:blipFill>
        <p:spPr bwMode="auto">
          <a:xfrm>
            <a:off x="1718108" y="2260495"/>
            <a:ext cx="5707784" cy="3223665"/>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313524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3"/>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48ADE5-67A9-42AE-83B5-0965988B27CF}"/>
              </a:ext>
            </a:extLst>
          </p:cNvPr>
          <p:cNvSpPr>
            <a:spLocks noGrp="1"/>
          </p:cNvSpPr>
          <p:nvPr>
            <p:ph type="title"/>
          </p:nvPr>
        </p:nvSpPr>
        <p:spPr>
          <a:xfrm>
            <a:off x="417399" y="643467"/>
            <a:ext cx="8408194"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ADMIN VIEWING USERS SYSTEM CALL</a:t>
            </a:r>
          </a:p>
        </p:txBody>
      </p:sp>
      <p:pic>
        <p:nvPicPr>
          <p:cNvPr id="4" name="Content Placeholder 3">
            <a:extLst>
              <a:ext uri="{FF2B5EF4-FFF2-40B4-BE49-F238E27FC236}">
                <a16:creationId xmlns:a16="http://schemas.microsoft.com/office/drawing/2014/main" id="{C50AE60D-B5C4-4DB5-BE44-5ECDE158B538}"/>
              </a:ext>
            </a:extLst>
          </p:cNvPr>
          <p:cNvPicPr>
            <a:picLocks noGrp="1"/>
          </p:cNvPicPr>
          <p:nvPr>
            <p:ph idx="1"/>
          </p:nvPr>
        </p:nvPicPr>
        <p:blipFill rotWithShape="1">
          <a:blip r:embed="rId2">
            <a:extLst>
              <a:ext uri="{28A0092B-C50C-407E-A947-70E740481C1C}">
                <a14:useLocalDpi xmlns:a14="http://schemas.microsoft.com/office/drawing/2010/main" val="0"/>
              </a:ext>
            </a:extLst>
          </a:blip>
          <a:srcRect/>
          <a:stretch/>
        </p:blipFill>
        <p:spPr bwMode="auto">
          <a:xfrm>
            <a:off x="1626949" y="2238498"/>
            <a:ext cx="5890102" cy="3552702"/>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34628412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3"/>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A07375-288C-48D7-8319-7A8354187FA2}"/>
              </a:ext>
            </a:extLst>
          </p:cNvPr>
          <p:cNvSpPr>
            <a:spLocks noGrp="1"/>
          </p:cNvSpPr>
          <p:nvPr>
            <p:ph type="title"/>
          </p:nvPr>
        </p:nvSpPr>
        <p:spPr>
          <a:xfrm>
            <a:off x="417399" y="643467"/>
            <a:ext cx="8408194"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USER VIEWING INTRUDER NOTIFICATION</a:t>
            </a:r>
          </a:p>
        </p:txBody>
      </p:sp>
      <p:pic>
        <p:nvPicPr>
          <p:cNvPr id="4" name="Content Placeholder 3">
            <a:extLst>
              <a:ext uri="{FF2B5EF4-FFF2-40B4-BE49-F238E27FC236}">
                <a16:creationId xmlns:a16="http://schemas.microsoft.com/office/drawing/2014/main" id="{18E5B2BD-B6A7-4BBE-A14A-44A552FFCFCB}"/>
              </a:ext>
            </a:extLst>
          </p:cNvPr>
          <p:cNvPicPr>
            <a:picLocks noGrp="1"/>
          </p:cNvPicPr>
          <p:nvPr>
            <p:ph idx="1"/>
          </p:nvPr>
        </p:nvPicPr>
        <p:blipFill rotWithShape="1">
          <a:blip r:embed="rId2"/>
          <a:srcRect l="27919" t="8866" r="27210" b="62760"/>
          <a:stretch/>
        </p:blipFill>
        <p:spPr bwMode="auto">
          <a:xfrm>
            <a:off x="482600" y="1932887"/>
            <a:ext cx="8178800" cy="3878878"/>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15660151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3"/>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993A8F-CB6C-4E61-A83F-C3828C52FD8C}"/>
              </a:ext>
            </a:extLst>
          </p:cNvPr>
          <p:cNvSpPr>
            <a:spLocks noGrp="1"/>
          </p:cNvSpPr>
          <p:nvPr>
            <p:ph type="title"/>
          </p:nvPr>
        </p:nvSpPr>
        <p:spPr>
          <a:xfrm>
            <a:off x="417399" y="643467"/>
            <a:ext cx="8408194"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CONT</a:t>
            </a:r>
          </a:p>
        </p:txBody>
      </p:sp>
      <p:pic>
        <p:nvPicPr>
          <p:cNvPr id="4" name="Content Placeholder 3">
            <a:extLst>
              <a:ext uri="{FF2B5EF4-FFF2-40B4-BE49-F238E27FC236}">
                <a16:creationId xmlns:a16="http://schemas.microsoft.com/office/drawing/2014/main" id="{04FBDD52-BD09-4179-AA67-131125E2F0D0}"/>
              </a:ext>
            </a:extLst>
          </p:cNvPr>
          <p:cNvPicPr>
            <a:picLocks noGrp="1"/>
          </p:cNvPicPr>
          <p:nvPr>
            <p:ph idx="1"/>
          </p:nvPr>
        </p:nvPicPr>
        <p:blipFill rotWithShape="1">
          <a:blip r:embed="rId2"/>
          <a:srcRect l="29415" t="9458" r="28539" b="65123"/>
          <a:stretch/>
        </p:blipFill>
        <p:spPr bwMode="auto">
          <a:xfrm>
            <a:off x="482600" y="2018139"/>
            <a:ext cx="8178800" cy="3708374"/>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29154781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33400" y="335846"/>
            <a:ext cx="8153400" cy="4801314"/>
          </a:xfrm>
          <a:prstGeom prst="rect">
            <a:avLst/>
          </a:prstGeom>
        </p:spPr>
        <p:txBody>
          <a:bodyPr wrap="square">
            <a:spAutoFit/>
          </a:bodyPr>
          <a:lstStyle/>
          <a:p>
            <a:r>
              <a:rPr lang="en-US" b="1" dirty="0"/>
              <a:t>CONCLUSION:</a:t>
            </a:r>
          </a:p>
          <a:p>
            <a:endParaRPr lang="en-US" dirty="0"/>
          </a:p>
          <a:p>
            <a:pPr marL="285750" indent="-285750">
              <a:buFont typeface="Arial" pitchFamily="34" charset="0"/>
              <a:buChar char="•"/>
            </a:pPr>
            <a:r>
              <a:rPr lang="en-US" dirty="0"/>
              <a:t>In this paper, we have proposed an approach that employs data mining and</a:t>
            </a:r>
          </a:p>
          <a:p>
            <a:r>
              <a:rPr lang="en-US" dirty="0"/>
              <a:t>     forensic techniques to identify the representative SC-patterns for a user. </a:t>
            </a:r>
          </a:p>
          <a:p>
            <a:r>
              <a:rPr lang="en-US" dirty="0"/>
              <a:t>     The time that a habitual SC-pattern appears in the user’s log file is counted, the</a:t>
            </a:r>
          </a:p>
          <a:p>
            <a:r>
              <a:rPr lang="en-US" dirty="0"/>
              <a:t>     most commonly used SC-patterns are filtered out, and then a user’s profile is</a:t>
            </a:r>
          </a:p>
          <a:p>
            <a:r>
              <a:rPr lang="en-US" dirty="0"/>
              <a:t>     established. </a:t>
            </a:r>
          </a:p>
          <a:p>
            <a:endParaRPr lang="en-US" dirty="0"/>
          </a:p>
          <a:p>
            <a:pPr marL="285750" indent="-285750">
              <a:buFont typeface="Arial" pitchFamily="34" charset="0"/>
              <a:buChar char="•"/>
            </a:pPr>
            <a:r>
              <a:rPr lang="en-US" dirty="0"/>
              <a:t>By identifying a user’s SC-patterns as user’s computer usage habits from the user’s current input SCs, the IIDS resists suspected attackers.</a:t>
            </a:r>
          </a:p>
          <a:p>
            <a:endParaRPr lang="en-US" dirty="0"/>
          </a:p>
          <a:p>
            <a:pPr marL="285750" indent="-285750">
              <a:buFont typeface="Arial" pitchFamily="34" charset="0"/>
              <a:buChar char="•"/>
            </a:pPr>
            <a:r>
              <a:rPr lang="en-US" dirty="0"/>
              <a:t>The experimental results demonstrate that the IIDS can assist system administrators to point out an insider or an attacker in a</a:t>
            </a:r>
          </a:p>
          <a:p>
            <a:r>
              <a:rPr lang="en-US" dirty="0"/>
              <a:t>     closed environment. </a:t>
            </a:r>
          </a:p>
          <a:p>
            <a:endParaRPr lang="en-US" dirty="0"/>
          </a:p>
          <a:p>
            <a:pPr marL="285750" indent="-285750">
              <a:buFont typeface="Arial" pitchFamily="34" charset="0"/>
              <a:buChar char="•"/>
            </a:pPr>
            <a:r>
              <a:rPr lang="en-US" dirty="0"/>
              <a:t>The further study will be done by improving IIDS’s performance and investigating third-party shell commands.</a:t>
            </a:r>
          </a:p>
        </p:txBody>
      </p:sp>
    </p:spTree>
    <p:extLst>
      <p:ext uri="{BB962C8B-B14F-4D97-AF65-F5344CB8AC3E}">
        <p14:creationId xmlns:p14="http://schemas.microsoft.com/office/powerpoint/2010/main" val="3854585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57F7E-6965-4A83-B09C-A2DBAF2F2768}"/>
              </a:ext>
            </a:extLst>
          </p:cNvPr>
          <p:cNvSpPr>
            <a:spLocks noGrp="1"/>
          </p:cNvSpPr>
          <p:nvPr>
            <p:ph type="title"/>
          </p:nvPr>
        </p:nvSpPr>
        <p:spPr>
          <a:xfrm>
            <a:off x="4582124" y="908344"/>
            <a:ext cx="3933226" cy="1538130"/>
          </a:xfrm>
        </p:spPr>
        <p:txBody>
          <a:bodyPr>
            <a:normAutofit/>
          </a:bodyPr>
          <a:lstStyle/>
          <a:p>
            <a:r>
              <a:rPr lang="en-IN" dirty="0"/>
              <a:t>		  IIDS</a:t>
            </a:r>
          </a:p>
        </p:txBody>
      </p:sp>
      <p:sp>
        <p:nvSpPr>
          <p:cNvPr id="14" name="Freeform 6">
            <a:extLst>
              <a:ext uri="{FF2B5EF4-FFF2-40B4-BE49-F238E27FC236}">
                <a16:creationId xmlns:a16="http://schemas.microsoft.com/office/drawing/2014/main" id="{B6C29DB0-17E9-42FF-986E-0B7F493F4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649688" y="1685652"/>
            <a:ext cx="2456260"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rgbClr val="4C4C4C"/>
          </a:solidFill>
          <a:ln w="0">
            <a:noFill/>
            <a:prstDash val="solid"/>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Freeform 6">
            <a:extLst>
              <a:ext uri="{FF2B5EF4-FFF2-40B4-BE49-F238E27FC236}">
                <a16:creationId xmlns:a16="http://schemas.microsoft.com/office/drawing/2014/main" id="{115AD956-A5B6-4760-B8B2-11E2DF6B0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564644" y="744469"/>
            <a:ext cx="2456751"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rgbClr val="4C4C4C"/>
          </a:solidFill>
          <a:ln w="0">
            <a:noFill/>
            <a:prstDash val="solid"/>
            <a:round/>
            <a:headEnd/>
            <a:tailEnd/>
          </a:ln>
        </p:spPr>
      </p:sp>
      <p:pic>
        <p:nvPicPr>
          <p:cNvPr id="5" name="Picture 4">
            <a:extLst>
              <a:ext uri="{FF2B5EF4-FFF2-40B4-BE49-F238E27FC236}">
                <a16:creationId xmlns:a16="http://schemas.microsoft.com/office/drawing/2014/main" id="{855E723E-5BFA-4816-BA7A-8415F51C68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0130" y="1790732"/>
            <a:ext cx="2450957" cy="3267942"/>
          </a:xfrm>
          <a:prstGeom prst="rect">
            <a:avLst/>
          </a:prstGeom>
        </p:spPr>
      </p:pic>
      <p:sp>
        <p:nvSpPr>
          <p:cNvPr id="3" name="Content Placeholder 2">
            <a:extLst>
              <a:ext uri="{FF2B5EF4-FFF2-40B4-BE49-F238E27FC236}">
                <a16:creationId xmlns:a16="http://schemas.microsoft.com/office/drawing/2014/main" id="{DA4CDBE6-70C8-43BA-BEDA-99E690FDCE72}"/>
              </a:ext>
            </a:extLst>
          </p:cNvPr>
          <p:cNvSpPr>
            <a:spLocks noGrp="1"/>
          </p:cNvSpPr>
          <p:nvPr>
            <p:ph idx="1"/>
          </p:nvPr>
        </p:nvSpPr>
        <p:spPr>
          <a:xfrm>
            <a:off x="4267200" y="2706867"/>
            <a:ext cx="4648199" cy="3084334"/>
          </a:xfrm>
        </p:spPr>
        <p:txBody>
          <a:bodyPr>
            <a:normAutofit/>
          </a:bodyPr>
          <a:lstStyle/>
          <a:p>
            <a:pPr marL="0" indent="0">
              <a:buNone/>
            </a:pPr>
            <a:r>
              <a:rPr lang="en-IN" sz="3600" dirty="0"/>
              <a:t>The IIDS can assist system administrators to point out an insider or an attacker in a closed environment</a:t>
            </a:r>
          </a:p>
          <a:p>
            <a:endParaRPr lang="en-IN" sz="2400" dirty="0"/>
          </a:p>
        </p:txBody>
      </p:sp>
    </p:spTree>
    <p:extLst>
      <p:ext uri="{BB962C8B-B14F-4D97-AF65-F5344CB8AC3E}">
        <p14:creationId xmlns:p14="http://schemas.microsoft.com/office/powerpoint/2010/main" val="37347946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normAutofit/>
          </a:bodyPr>
          <a:lstStyle/>
          <a:p>
            <a:r>
              <a:rPr lang="en-IN" sz="2400" dirty="0"/>
              <a:t>[1] S. </a:t>
            </a:r>
            <a:r>
              <a:rPr lang="en-IN" sz="2400" dirty="0" err="1"/>
              <a:t>Gajek</a:t>
            </a:r>
            <a:r>
              <a:rPr lang="en-IN" sz="2400" dirty="0"/>
              <a:t>, A. </a:t>
            </a:r>
            <a:r>
              <a:rPr lang="en-IN" sz="2400" dirty="0" err="1"/>
              <a:t>Sadeghi</a:t>
            </a:r>
            <a:r>
              <a:rPr lang="en-IN" sz="2400" dirty="0"/>
              <a:t>, C. </a:t>
            </a:r>
            <a:r>
              <a:rPr lang="en-IN" sz="2400" dirty="0" err="1"/>
              <a:t>Stuble</a:t>
            </a:r>
            <a:r>
              <a:rPr lang="en-IN" sz="2400" dirty="0"/>
              <a:t>, and M. </a:t>
            </a:r>
            <a:r>
              <a:rPr lang="en-IN" sz="2400" dirty="0" err="1"/>
              <a:t>Winandy</a:t>
            </a:r>
            <a:r>
              <a:rPr lang="en-IN" sz="2400" dirty="0"/>
              <a:t>, “Compartmented security for browsers—Or how to thwart a </a:t>
            </a:r>
            <a:r>
              <a:rPr lang="en-IN" sz="2400" dirty="0" err="1"/>
              <a:t>phisher</a:t>
            </a:r>
            <a:r>
              <a:rPr lang="en-IN" sz="2400" dirty="0"/>
              <a:t> with trusted computing,” in Proc. IEEE Int. Conf. Avail., Rel. Security, Vienna, Austria, Apr. 2007, pp. 120–127.</a:t>
            </a:r>
          </a:p>
          <a:p>
            <a:r>
              <a:rPr lang="en-IN" sz="2400" dirty="0"/>
              <a:t>[2] C. </a:t>
            </a:r>
            <a:r>
              <a:rPr lang="en-IN" sz="2400" dirty="0" err="1"/>
              <a:t>Yue</a:t>
            </a:r>
            <a:r>
              <a:rPr lang="en-IN" sz="2400" dirty="0"/>
              <a:t> and H. Wang, “</a:t>
            </a:r>
            <a:r>
              <a:rPr lang="en-IN" sz="2400" dirty="0" err="1"/>
              <a:t>BogusBiter</a:t>
            </a:r>
            <a:r>
              <a:rPr lang="en-IN" sz="2400" dirty="0"/>
              <a:t>: A transparent protection against phishing attacks,” ACM Trans. Int. Technol., vol. 10, no. 2, pp. 1–31, May 2010.</a:t>
            </a:r>
            <a:endParaRPr lang="en-US" sz="2400" dirty="0"/>
          </a:p>
          <a:p>
            <a:r>
              <a:rPr lang="en-IN" sz="2400" dirty="0"/>
              <a:t>[3] Q. Chen, S. </a:t>
            </a:r>
            <a:r>
              <a:rPr lang="en-IN" sz="2400" dirty="0" err="1"/>
              <a:t>Abdelwahed</a:t>
            </a:r>
            <a:r>
              <a:rPr lang="en-IN" sz="2400" dirty="0"/>
              <a:t>, and A. </a:t>
            </a:r>
            <a:r>
              <a:rPr lang="en-IN" sz="2400" dirty="0" err="1"/>
              <a:t>Erradi</a:t>
            </a:r>
            <a:r>
              <a:rPr lang="en-IN" sz="2400" dirty="0"/>
              <a:t>, “A model-based approach to self-protection in computing system,” in Proc. ACM Cloud Autonomic </a:t>
            </a:r>
            <a:r>
              <a:rPr lang="en-IN" sz="2400" dirty="0" err="1"/>
              <a:t>Comput</a:t>
            </a:r>
            <a:r>
              <a:rPr lang="en-IN" sz="2400" dirty="0"/>
              <a:t>. Conf., Miami, FL, USA, 2013, pp. 1–10.</a:t>
            </a:r>
            <a:endParaRPr lang="en-US" sz="2400" dirty="0"/>
          </a:p>
          <a:p>
            <a:endParaRPr lang="en-US" sz="2400" dirty="0"/>
          </a:p>
          <a:p>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664</TotalTime>
  <Words>957</Words>
  <Application>Microsoft Office PowerPoint</Application>
  <PresentationFormat>On-screen Show (4:3)</PresentationFormat>
  <Paragraphs>103</Paragraphs>
  <Slides>28</Slides>
  <Notes>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28</vt:i4>
      </vt:variant>
    </vt:vector>
  </HeadingPairs>
  <TitlesOfParts>
    <vt:vector size="33" baseType="lpstr">
      <vt:lpstr>Arial</vt:lpstr>
      <vt:lpstr>Calibri</vt:lpstr>
      <vt:lpstr>Calibri Light</vt:lpstr>
      <vt:lpstr>Office Theme</vt:lpstr>
      <vt:lpstr>1_Office Theme</vt:lpstr>
      <vt:lpstr> INTERNAL INTRUSION DETECTION SYSTEM</vt:lpstr>
      <vt:lpstr>Objective</vt:lpstr>
      <vt:lpstr>Definitions</vt:lpstr>
      <vt:lpstr>ABSTRACT</vt:lpstr>
      <vt:lpstr>Introduction</vt:lpstr>
      <vt:lpstr>Literature Survey</vt:lpstr>
      <vt:lpstr>Existing Problems</vt:lpstr>
      <vt:lpstr>Drawbacks of Existing System</vt:lpstr>
      <vt:lpstr>Proposed System</vt:lpstr>
      <vt:lpstr>Advantages of the proposed System</vt:lpstr>
      <vt:lpstr>Module Split up</vt:lpstr>
      <vt:lpstr>Modules Explanation</vt:lpstr>
      <vt:lpstr>USER REGISTRATION</vt:lpstr>
      <vt:lpstr>USER REGISTRATION SUCCESSFUL</vt:lpstr>
      <vt:lpstr>USER LOGIN</vt:lpstr>
      <vt:lpstr>USER LOGIN SUCCESSFUL</vt:lpstr>
      <vt:lpstr>USER UPDATE PROFILE</vt:lpstr>
      <vt:lpstr>UPLOADING A  FILE</vt:lpstr>
      <vt:lpstr>VIEW UPLOADED FILE</vt:lpstr>
      <vt:lpstr>VIEW SYSTEM CALLS</vt:lpstr>
      <vt:lpstr>ADMIN LOGIN</vt:lpstr>
      <vt:lpstr>ADMIN DASHBOARD</vt:lpstr>
      <vt:lpstr>ADMIN VIEWING USERS SYSTEM CALL</vt:lpstr>
      <vt:lpstr>USER VIEWING INTRUDER NOTIFICATION</vt:lpstr>
      <vt:lpstr>CONT</vt:lpstr>
      <vt:lpstr>PowerPoint Presentation</vt:lpstr>
      <vt:lpstr>    IIDS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INTERNAL INTRUSION DETECTION SYSTEM</dc:title>
  <dc:creator>lenovo</dc:creator>
  <cp:lastModifiedBy>abilash c</cp:lastModifiedBy>
  <cp:revision>33</cp:revision>
  <dcterms:created xsi:type="dcterms:W3CDTF">2020-03-28T10:08:28Z</dcterms:created>
  <dcterms:modified xsi:type="dcterms:W3CDTF">2020-09-13T03:28:37Z</dcterms:modified>
</cp:coreProperties>
</file>